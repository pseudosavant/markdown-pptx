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5f6341b1ff46d3" /><Relationship Type="http://schemas.openxmlformats.org/officeDocument/2006/relationships/extended-properties" Target="/docProps/app.xml" Id="Rac10a82ca2574cd5" /><Relationship Type="http://schemas.openxmlformats.org/officeDocument/2006/relationships/officeDocument" Target="/ppt/presentation.xml" Id="Rfdfa8a98105a4c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7a6b133e734e76"/>
    <p:sldMasterId xmlns:r="http://schemas.openxmlformats.org/officeDocument/2006/relationships" id="2147483660" r:id="Rfe2c0a5d9f754a6a"/>
  </p:sldMasterIdLst>
  <p:notesMasterIdLst>
    <p:notesMasterId xmlns:r="http://schemas.openxmlformats.org/officeDocument/2006/relationships" r:id="Rbc83832983b5463b"/>
  </p:notesMasterIdLst>
  <p:sldIdLst>
    <p:sldId xmlns:r="http://schemas.openxmlformats.org/officeDocument/2006/relationships" id="256" r:id="R0ffabd9fd9e54556"/>
    <p:sldId xmlns:r="http://schemas.openxmlformats.org/officeDocument/2006/relationships" id="257" r:id="Rb8bceeeacd9841fb"/>
    <p:sldId xmlns:r="http://schemas.openxmlformats.org/officeDocument/2006/relationships" id="258" r:id="Re95da914b6634a2a"/>
    <p:sldId xmlns:r="http://schemas.openxmlformats.org/officeDocument/2006/relationships" id="259" r:id="Rb79d6c68e7224f1a"/>
    <p:sldId xmlns:r="http://schemas.openxmlformats.org/officeDocument/2006/relationships" id="260" r:id="R5ebb0c49ff6e41e9"/>
    <p:sldId xmlns:r="http://schemas.openxmlformats.org/officeDocument/2006/relationships" id="261" r:id="R0664c8d681054f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643ad08ad724dff" /><Relationship Type="http://schemas.openxmlformats.org/officeDocument/2006/relationships/slideMaster" Target="/ppt/slideMasters/slideMaster1.xml" Id="R257a6b133e734e76" /><Relationship Type="http://schemas.openxmlformats.org/officeDocument/2006/relationships/slideMaster" Target="/ppt/slideMasters/slideMaster2.xml" Id="Rfe2c0a5d9f754a6a" /><Relationship Type="http://schemas.openxmlformats.org/officeDocument/2006/relationships/notesMaster" Target="/ppt/notesMasters/notesMaster1.xml" Id="Rbc83832983b5463b" /><Relationship Type="http://schemas.openxmlformats.org/officeDocument/2006/relationships/presProps" Target="/ppt/presProps.xml" Id="R2403ee377bf24d54" /><Relationship Type="http://schemas.openxmlformats.org/officeDocument/2006/relationships/viewProps" Target="/ppt/viewProps.xml" Id="Rfa3fe3d09625471e" /><Relationship Type="http://schemas.openxmlformats.org/officeDocument/2006/relationships/tableStyles" Target="/ppt/tableStyles.xml" Id="R4b7bfd43501e4187" /><Relationship Type="http://schemas.openxmlformats.org/officeDocument/2006/relationships/slide" Target="/ppt/slides/slide1.xml" Id="R0ffabd9fd9e54556" /><Relationship Type="http://schemas.openxmlformats.org/officeDocument/2006/relationships/slide" Target="/ppt/slides/slide2.xml" Id="Rb8bceeeacd9841fb" /><Relationship Type="http://schemas.openxmlformats.org/officeDocument/2006/relationships/slide" Target="/ppt/slides/slide3.xml" Id="Re95da914b6634a2a" /><Relationship Type="http://schemas.openxmlformats.org/officeDocument/2006/relationships/slide" Target="/ppt/slides/slide4.xml" Id="Rb79d6c68e7224f1a" /><Relationship Type="http://schemas.openxmlformats.org/officeDocument/2006/relationships/slide" Target="/ppt/slides/slide5.xml" Id="R5ebb0c49ff6e41e9" /><Relationship Type="http://schemas.openxmlformats.org/officeDocument/2006/relationships/slide" Target="/ppt/slides/slide6.xml" Id="R0664c8d681054f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ecb8d5aab9bc424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cb4f2f86e742a1" /><Relationship Type="http://schemas.openxmlformats.org/officeDocument/2006/relationships/notesMaster" Target="/ppt/notesMasters/notesMaster1.xml" Id="R9913886a224946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4788b0b5f34efe" /><Relationship Type="http://schemas.openxmlformats.org/officeDocument/2006/relationships/notesMaster" Target="/ppt/notesMasters/notesMaster1.xml" Id="Rb4afe0806cbc43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6b1535a2154857" /><Relationship Type="http://schemas.openxmlformats.org/officeDocument/2006/relationships/notesMaster" Target="/ppt/notesMasters/notesMaster1.xml" Id="Rec6dbb25aba74c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88d25380934280" /><Relationship Type="http://schemas.openxmlformats.org/officeDocument/2006/relationships/notesMaster" Target="/ppt/notesMasters/notesMaster1.xml" Id="Rae64a67ffeef41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b9013025c641fd" /><Relationship Type="http://schemas.openxmlformats.org/officeDocument/2006/relationships/notesMaster" Target="/ppt/notesMasters/notesMaster1.xml" Id="Rae1548a9c68e4a9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39aa0b91224d98" /><Relationship Type="http://schemas.openxmlformats.org/officeDocument/2006/relationships/notesMaster" Target="/ppt/notesMasters/notesMaster1.xml" Id="R228f6983309144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7cb4b70c8d4d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80c3dff974b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72eccc3b040c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56b81ad14b4d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497423c7c54a7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0c955011a64d5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acc42dbcb546b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ba100e7a0e420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93b58cdbe4483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ae5e9c06d9440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c51e203f8143e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e053d118c214d5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0EFC93-8786-03A5-FF46-60AC373CF4F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CC48827-FAFE-757E-1BDE-A06E4510EB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693809F-6FD5-1B03-1567-1763DC11F53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62BC750-76C4-37C3-4C64-87D13E5FC9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BCEC4E-AFC9-D7F0-CE75-B4633A0D3E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47B371E-C732-84F9-BD3D-F382350F6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9099C3E-757B-E19D-4285-78E92C3458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D396C4F-1DE2-3AA4-9C9B-C75122B0B6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5D30F03-70A8-65F8-0B28-472538E3213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2B5102F-77D2-EA7A-2828-55575C441A7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B96A4C5-25EB-9DBF-9AE7-B4B50751A2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1F4BB36-C20B-2A12-776D-B8CF328A3F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1DC8ECC-F7D5-73A7-B8E3-B1A0CA7D44B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A2E49D5-1C9F-8D40-CCB4-B471C9528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4B6321D-21FC-FE13-115B-7AF14C0200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7A5E-A34A-0C04-152E-1448113EB2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92B90F-81A0-2A83-4F7C-F1C9B579C57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AC1E1D5-7ED1-2D69-071E-F87266FD0B3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1D40E98-9414-6423-290B-4D393029BA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5492CC8-1E8A-086B-88FB-AE86F243CC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C67E5F9-26DA-4072-D5BB-1084A6A1C22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C4CAB7B-46DD-FE93-9C9D-1D30555FC0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86AD5FF-026E-DD96-F130-348C21A5C0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086DF69-2038-8BD6-CA4A-1E3BBE675643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C9318A0-C4ED-7F91-CD79-9089D088ACF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B771C1DB-9CB8-2692-9782-82569302F62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BDC32B4-BF9C-89B5-296C-7F0E74347B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ABD5AFAD-62FA-AD1A-1E97-95C982D7BF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9730FC9-1B0B-E421-D011-9201EAE2A3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DE9C342-6914-9E17-B798-8659872DD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2F670CD-E95D-72AB-A97F-908471A0ED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05D6C3B5-CB93-F497-CA2F-F03AC985F6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02D53CC-6E53-168F-C009-49EEC83EB5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0B72EB3-4F17-5706-8B26-3235B26BCA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E33266D-F165-6DB3-9C5A-DF0901DD02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4A4B781-F948-D676-3548-31D67D40A7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4881042-B979-E1A9-7DFA-48CA53E74C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C540C8C-D4A7-4F29-E296-5BE456BA58D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E933AD6-C50B-8360-04D8-6DDA04E93ED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A7AC5C1-0FE0-4F70-8F57-4DF471E1A0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A302485-1CFA-0B33-3618-9AED445BB3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E209CB3-0932-74FD-8F06-528D05A9E3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4C83F8-CEC4-7941-A0F9-844FA16120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BD214E2B-0179-1A01-582B-EFB5BB37A71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D0B335-F7A1-F1F0-3588-8E5344EE66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52C83E5-7ABA-5071-C4FF-CCD884099E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8F6AAE3-E4A3-7AB6-0605-B74031B079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CF5FC47-A572-8EC0-82F2-A82C8B53A6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12A80E8-FA40-761C-C204-D27DAF2EC6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F587A76-E4B7-7F94-F8FF-CB53E8CB5D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32732A7-9B99-C553-881C-884C1E072F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5AB7C5-17F0-6DCA-7C9A-A80259CB2D1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5C021F4-82F6-6D70-16D1-DB8A5BF9A5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BCFCB39-CC34-1B9C-6E89-D8EB45AC9E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F778CF9-71D7-F3A2-6409-2117C055BA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17D1AE-0E61-EBCA-F251-4E08C554A4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AB61B56-D627-359F-ADE6-41AC5763AC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63BA388-298F-82D3-1EDB-F9D8764A79F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0387A3-D0F6-4944-90DD-EAC0C4F6A8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796BE7C-654E-4D18-848D-B815DEB5C01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9675FB1-F886-4AE5-A4FB-1026BEA893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ED6AE83-BBC3-4D2B-8EC0-B2B6C17C4EF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49F1031-F856-44C0-ABDB-46B1580321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b4a3697f914079" /><Relationship Type="http://schemas.openxmlformats.org/officeDocument/2006/relationships/slideLayout" Target="/ppt/slideLayouts/slideLayout1.xml" Id="Rfa7ec47c039f43ce" /><Relationship Type="http://schemas.openxmlformats.org/officeDocument/2006/relationships/slideLayout" Target="/ppt/slideLayouts/slideLayout2.xml" Id="Re5be6833617e488f" /><Relationship Type="http://schemas.openxmlformats.org/officeDocument/2006/relationships/slideLayout" Target="/ppt/slideLayouts/slideLayout3.xml" Id="R9792dec0e8ea4606" /><Relationship Type="http://schemas.openxmlformats.org/officeDocument/2006/relationships/slideLayout" Target="/ppt/slideLayouts/slideLayout4.xml" Id="R4108fd965e304035" /><Relationship Type="http://schemas.openxmlformats.org/officeDocument/2006/relationships/slideLayout" Target="/ppt/slideLayouts/slideLayout5.xml" Id="Rf18a82e3e5e64b3d" /><Relationship Type="http://schemas.openxmlformats.org/officeDocument/2006/relationships/slideLayout" Target="/ppt/slideLayouts/slideLayout6.xml" Id="R67fb8e06bbb74233" /><Relationship Type="http://schemas.openxmlformats.org/officeDocument/2006/relationships/slideLayout" Target="/ppt/slideLayouts/slideLayout7.xml" Id="R2a23e01c2b964ac9" /><Relationship Type="http://schemas.openxmlformats.org/officeDocument/2006/relationships/slideLayout" Target="/ppt/slideLayouts/slideLayout8.xml" Id="R796594545dbe4220" /><Relationship Type="http://schemas.openxmlformats.org/officeDocument/2006/relationships/slideLayout" Target="/ppt/slideLayouts/slideLayout9.xml" Id="R6d1712a483d14045" /><Relationship Type="http://schemas.openxmlformats.org/officeDocument/2006/relationships/slideLayout" Target="/ppt/slideLayouts/slideLayout10.xml" Id="R34bbff6b3fd241e0" /><Relationship Type="http://schemas.openxmlformats.org/officeDocument/2006/relationships/slideLayout" Target="/ppt/slideLayouts/slideLayout11.xml" Id="Rd31f680fa67d48b6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359d5ed17e60436b" /><Relationship Type="http://schemas.openxmlformats.org/officeDocument/2006/relationships/slideLayout" Target="/ppt/slideLayouts/slideLayout12.xml" Id="R9ac0e3ffa6dd449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2CBAE84-EA4C-C8F8-3709-EDD14D1F56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594B1F3-85AD-9F78-4219-27AB7B47AE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789BC02-5FD5-5699-6FDA-44B4FBD1DEA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F316B89-3F62-F24C-2EE3-C5284C7EAB8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F17629-D3CC-42DF-0750-5B632BDCD47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7ec47c039f43ce"/>
    <p:sldLayoutId xmlns:r="http://schemas.openxmlformats.org/officeDocument/2006/relationships" id="2147483650" r:id="Re5be6833617e488f"/>
    <p:sldLayoutId xmlns:r="http://schemas.openxmlformats.org/officeDocument/2006/relationships" id="2147483651" r:id="R9792dec0e8ea4606"/>
    <p:sldLayoutId xmlns:r="http://schemas.openxmlformats.org/officeDocument/2006/relationships" id="2147483652" r:id="R4108fd965e304035"/>
    <p:sldLayoutId xmlns:r="http://schemas.openxmlformats.org/officeDocument/2006/relationships" id="2147483653" r:id="Rf18a82e3e5e64b3d"/>
    <p:sldLayoutId xmlns:r="http://schemas.openxmlformats.org/officeDocument/2006/relationships" id="2147483654" r:id="R67fb8e06bbb74233"/>
    <p:sldLayoutId xmlns:r="http://schemas.openxmlformats.org/officeDocument/2006/relationships" id="2147483655" r:id="R2a23e01c2b964ac9"/>
    <p:sldLayoutId xmlns:r="http://schemas.openxmlformats.org/officeDocument/2006/relationships" id="2147483656" r:id="R796594545dbe4220"/>
    <p:sldLayoutId xmlns:r="http://schemas.openxmlformats.org/officeDocument/2006/relationships" id="2147483657" r:id="R6d1712a483d14045"/>
    <p:sldLayoutId xmlns:r="http://schemas.openxmlformats.org/officeDocument/2006/relationships" id="2147483658" r:id="R34bbff6b3fd241e0"/>
    <p:sldLayoutId xmlns:r="http://schemas.openxmlformats.org/officeDocument/2006/relationships" id="2147483659" r:id="Rd31f680fa67d48b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Showcase Alternate">
    <p:bg>
      <p:bgPr>
        <a:solidFill xmlns:a="http://schemas.openxmlformats.org/drawingml/2006/main">
          <a:srgbClr val="F3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DBD5440-81DE-4125-BFCA-1F0A6F9758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D5AC8E2-5AD2-4038-8795-E9DD85339A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9A8D43-E25A-437D-8C1B-42ACE45ACC62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620A7771-9D5A-4D61-8C66-60C88DB26C70}" type="datetimeFigureOut">
              <a:t>4/20/2026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7D6C8F-E122-441D-85AE-BAD1583A4EA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C8BD47-8872-45F8-9C11-7C7B5D4AC1E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E087E326-E539-492D-9221-BBF0DE375B25}" type="slidenum">
              <a:t>‹#›</a:t>
            </a:fld>
            <a:endParaRPr/>
          </a:p>
        </p:txBody>
      </p:sp>
      <p:sp>
        <p:nvSpPr>
          <p:cNvPr id="12" name="alternate-master-accent">
            <a:extLst xmlns:a="http://schemas.openxmlformats.org/drawingml/2006/main">
              <a:ext uri="{FF2B5EF4-FFF2-40B4-BE49-F238E27FC236}">
                <a16:creationId xmlns:a16="http://schemas.microsoft.com/office/drawing/2014/main" id="{2E668EBD-2B38-4C86-8681-513DF9DA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347"/>
          </a:solidFill>
          <a:ln xmlns:a="http://schemas.openxmlformats.org/drawingml/2006/main" w="0">
            <a:noFill/>
            <a:prstDash val="solid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ac0e3ffa6dd449e"/>
  </p:sldLayoutIdLst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15179acb744b6" /><Relationship Type="http://schemas.openxmlformats.org/officeDocument/2006/relationships/image" Target="/ppt/media/image.jpeg" Id="R539b3c27e1f64047" /><Relationship Type="http://schemas.openxmlformats.org/officeDocument/2006/relationships/notesSlide" Target="/ppt/notesSlides/notesSlide1.xml" Id="R81b3d9a8afa546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01aa8fdb944963" /><Relationship Type="http://schemas.openxmlformats.org/officeDocument/2006/relationships/notesSlide" Target="/ppt/notesSlides/notesSlide2.xml" Id="Ra7bf0cc6e41f4c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0cf01a246e148a2" /><Relationship Type="http://schemas.openxmlformats.org/officeDocument/2006/relationships/notesSlide" Target="/ppt/notesSlides/notesSlide3.xml" Id="R2b3877da74c149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0a77a7ff443e4" /><Relationship Type="http://schemas.openxmlformats.org/officeDocument/2006/relationships/notesSlide" Target="/ppt/notesSlides/notesSlide4.xml" Id="R01caa2a767f540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506775b097443e" /><Relationship Type="http://schemas.openxmlformats.org/officeDocument/2006/relationships/notesSlide" Target="/ppt/notesSlides/notesSlide5.xml" Id="Ra746c270ddcf4f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c2ab8a6db714277" /><Relationship Type="http://schemas.openxmlformats.org/officeDocument/2006/relationships/notesSlide" Target="/ppt/notesSlides/notesSlide6.xml" Id="R48d3647244bd4253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39b3c27e1f64047"/>
          <a:tile tx="0" ty="0" sx="100000" sy="100000" flip="none" algn="tl"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133CAFA-3194-B5F2-6166-CBE7E3C32F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slide title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3FA855FE-502D-7C35-2AA3-41787061AF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slide subtitle</a:t>
            </a:r>
          </a:p>
        </p:txBody>
      </p:sp>
    </p:spTree>
    <p:extLst>
      <p:ext uri="{BB962C8B-B14F-4D97-AF65-F5344CB8AC3E}">
        <p14:creationId xmlns:p14="http://schemas.microsoft.com/office/powerpoint/2010/main" val="249318805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A1C7EB2-AF37-CEF7-D7A6-08A90FE4B7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and content title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633C056-6C73-43D7-AF1A-59E99A8204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and content text</a:t>
            </a:r>
          </a:p>
        </p:txBody>
      </p:sp>
    </p:spTree>
    <p:extLst>
      <p:ext uri="{BB962C8B-B14F-4D97-AF65-F5344CB8AC3E}">
        <p14:creationId xmlns:p14="http://schemas.microsoft.com/office/powerpoint/2010/main" val="6499749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7B60A3-2A89-5610-D491-4DE4B274C4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header title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41BEEF1-C910-6611-05D5-94B2CF7AF2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header subtitle</a:t>
            </a:r>
          </a:p>
        </p:txBody>
      </p:sp>
    </p:spTree>
    <p:extLst>
      <p:ext uri="{BB962C8B-B14F-4D97-AF65-F5344CB8AC3E}">
        <p14:creationId xmlns:p14="http://schemas.microsoft.com/office/powerpoint/2010/main" val="1779125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C90501A-2E3C-F50D-5AAC-CEC4DDBE5D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only title</a:t>
            </a:r>
          </a:p>
        </p:txBody>
      </p:sp>
    </p:spTree>
    <p:extLst>
      <p:ext uri="{BB962C8B-B14F-4D97-AF65-F5344CB8AC3E}">
        <p14:creationId xmlns:p14="http://schemas.microsoft.com/office/powerpoint/2010/main" val="133179205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07230422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0387A3-D0F6-4944-90DD-EAC0C4F6A8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Showcase alternate master</a:t>
            </a:r>
          </a:p>
        </p:txBody>
      </p:sp>
    </p:spTree>
    <p:extLst>
      <p:ext uri="{BB962C8B-B14F-4D97-AF65-F5344CB8AC3E}">
        <p14:creationId xmlns:p14="http://schemas.microsoft.com/office/powerpoint/2010/main" val="19337899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2026-08-31T21:00:12.9780000Z</dcterms:created>
  <dcterms:modified xsi:type="dcterms:W3CDTF">2026-08-31T21:00:12.9780000Z</dcterms:modified>
</coreProperties>
</file>