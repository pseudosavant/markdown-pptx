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4.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theme/theme2.xml" ContentType="application/vnd.openxmlformats-officedocument.theme+xml"/>
  <Override PartName="/ppt/slideMasters/theme/theme3.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a35f6341b1ff46d3" Type="http://schemas.openxmlformats.org/package/2006/relationships/metadata/core-properties" Target="docProps/core.xml"/><Relationship Id="Rac10a82ca2574cd5" Type="http://schemas.openxmlformats.org/officeDocument/2006/relationships/extended-properties" Target="docProps/app.xml"/><Relationship Id="Rfdfa8a98105a4c94" Type="http://schemas.openxmlformats.org/officeDocument/2006/relationships/officeDocument" Target="ppt/presentation.xml"/></Relationships>
</file>

<file path=ppt/presentation.xml><?xml version="1.0" encoding="utf-8"?>
<p:presentation xmlns:p="http://schemas.openxmlformats.org/presentationml/2006/main">
  <p:sldMasterIdLst>
    <p:sldMasterId xmlns:r="http://schemas.openxmlformats.org/officeDocument/2006/relationships" id="2147483648" r:id="R257a6b133e734e76"/>
    <p:sldMasterId xmlns:r="http://schemas.openxmlformats.org/officeDocument/2006/relationships" id="2147483660" r:id="Rfe2c0a5d9f754a6a"/>
  </p:sldMasterIdLst>
  <p:notesMasterIdLst>
    <p:notesMasterId xmlns:r="http://schemas.openxmlformats.org/officeDocument/2006/relationships" r:id="Rbc83832983b5463b"/>
  </p:notesMasterIdLst>
  <p:sldIdLst>
    <p:sldId xmlns:ns0="http://schemas.openxmlformats.org/officeDocument/2006/relationships" id="256" ns0:id="rId8"/>
    <p:sldId xmlns:ns0="http://schemas.openxmlformats.org/officeDocument/2006/relationships" id="257" ns0:id="rId9"/>
    <p:sldId xmlns:ns0="http://schemas.openxmlformats.org/officeDocument/2006/relationships" id="258" ns0:id="rId10"/>
    <p:sldId xmlns:ns0="http://schemas.openxmlformats.org/officeDocument/2006/relationships" id="259" ns0:id="rId11"/>
    <p:sldId xmlns:ns0="http://schemas.openxmlformats.org/officeDocument/2006/relationships" id="260" ns0:id="rId12"/>
    <p:sldId xmlns:ns0="http://schemas.openxmlformats.org/officeDocument/2006/relationships" id="261" ns0:id="rId13"/>
    <p:sldId xmlns:ns0="http://schemas.openxmlformats.org/officeDocument/2006/relationships" id="262" ns0:id="rId14"/>
    <p:sldId xmlns:ns0="http://schemas.openxmlformats.org/officeDocument/2006/relationships" id="263" ns0:id="rId15"/>
    <p:sldId xmlns:ns0="http://schemas.openxmlformats.org/officeDocument/2006/relationships" id="264" ns0:id="rId16"/>
    <p:sldId xmlns:ns0="http://schemas.openxmlformats.org/officeDocument/2006/relationships" id="265" ns0:id="rId17"/>
    <p:sldId xmlns:ns0="http://schemas.openxmlformats.org/officeDocument/2006/relationships" id="266" ns0:id="rId18"/>
    <p:sldId xmlns:ns0="http://schemas.openxmlformats.org/officeDocument/2006/relationships" id="267" ns0:id="rId19"/>
    <p:sldId xmlns:ns0="http://schemas.openxmlformats.org/officeDocument/2006/relationships" id="268" ns0:id="rId20"/>
    <p:sldId xmlns:ns0="http://schemas.openxmlformats.org/officeDocument/2006/relationships" id="269" ns0:id="rId21"/>
    <p:sldId xmlns:ns0="http://schemas.openxmlformats.org/officeDocument/2006/relationships" id="270" ns0:id="rId22"/>
    <p:sldId xmlns:ns0="http://schemas.openxmlformats.org/officeDocument/2006/relationships" id="271" ns0:id="rId23"/>
    <p:sldId xmlns:ns0="http://schemas.openxmlformats.org/officeDocument/2006/relationships" id="272" ns0:id="rId24"/>
    <p:sldId xmlns:ns0="http://schemas.openxmlformats.org/officeDocument/2006/relationships" id="273" ns0:id="rId25"/>
    <p:sldId xmlns:ns0="http://schemas.openxmlformats.org/officeDocument/2006/relationships" id="274" ns0:id="rId26"/>
    <p:sldId xmlns:ns0="http://schemas.openxmlformats.org/officeDocument/2006/relationships" id="275" ns0:id="rId27"/>
    <p:sldId xmlns:ns0="http://schemas.openxmlformats.org/officeDocument/2006/relationships" id="276" ns0:id="rId28"/>
    <p:sldId xmlns:ns0="http://schemas.openxmlformats.org/officeDocument/2006/relationships" id="277" ns0:id="rId29"/>
    <p:sldId xmlns:ns0="http://schemas.openxmlformats.org/officeDocument/2006/relationships" id="278" ns0:id="rId30"/>
    <p:sldId xmlns:ns0="http://schemas.openxmlformats.org/officeDocument/2006/relationships" id="279" ns0:id="rId31"/>
    <p:sldId xmlns:ns0="http://schemas.openxmlformats.org/officeDocument/2006/relationships" id="280" ns0:id="rId32"/>
    <p:sldId xmlns:ns0="http://schemas.openxmlformats.org/officeDocument/2006/relationships" id="281" ns0:id="rId33"/>
    <p:sldId xmlns:ns0="http://schemas.openxmlformats.org/officeDocument/2006/relationships" id="282" ns0:id="rId34"/>
    <p:sldId xmlns:ns0="http://schemas.openxmlformats.org/officeDocument/2006/relationships" id="283" ns0:id="rId35"/>
    <p:sldId xmlns:ns0="http://schemas.openxmlformats.org/officeDocument/2006/relationships" id="284" ns0:id="rId36"/>
    <p:sldId xmlns:ns0="http://schemas.openxmlformats.org/officeDocument/2006/relationships" id="285" ns0:id="rId37"/>
    <p:sldId xmlns:ns0="http://schemas.openxmlformats.org/officeDocument/2006/relationships" id="286" ns0:id="rId38"/>
    <p:sldId xmlns:ns0="http://schemas.openxmlformats.org/officeDocument/2006/relationships" id="287" ns0:id="rId39"/>
    <p:sldId xmlns:ns0="http://schemas.openxmlformats.org/officeDocument/2006/relationships" id="288" ns0:id="rId40"/>
    <p:sldId xmlns:ns0="http://schemas.openxmlformats.org/officeDocument/2006/relationships" id="289" ns0:id="rId41"/>
    <p:sldId xmlns:ns0="http://schemas.openxmlformats.org/officeDocument/2006/relationships" id="290" ns0:id="rId42"/>
    <p:sldId xmlns:ns0="http://schemas.openxmlformats.org/officeDocument/2006/relationships" id="291" ns0:id="rId43"/>
    <p:sldId xmlns:ns0="http://schemas.openxmlformats.org/officeDocument/2006/relationships" id="292" ns0:id="rId44"/>
    <p:sldId xmlns:ns0="http://schemas.openxmlformats.org/officeDocument/2006/relationships" id="293" ns0:id="rId45"/>
    <p:sldId xmlns:ns0="http://schemas.openxmlformats.org/officeDocument/2006/relationships" id="294" ns0:id="rId46"/>
    <p:sldId xmlns:ns0="http://schemas.openxmlformats.org/officeDocument/2006/relationships" id="295" ns0:id="rId47"/>
    <p:sldId xmlns:ns0="http://schemas.openxmlformats.org/officeDocument/2006/relationships" id="296" ns0:id="rId48"/>
    <p:sldId xmlns:ns0="http://schemas.openxmlformats.org/officeDocument/2006/relationships" id="297" ns0:id="rId49"/>
    <p:sldId xmlns:ns0="http://schemas.openxmlformats.org/officeDocument/2006/relationships" id="298" ns0:id="rId50"/>
    <p:sldId xmlns:ns0="http://schemas.openxmlformats.org/officeDocument/2006/relationships" id="299" ns0:id="rId51"/>
    <p:sldId xmlns:ns0="http://schemas.openxmlformats.org/officeDocument/2006/relationships" id="300" ns0:id="rId52"/>
    <p:sldId xmlns:ns0="http://schemas.openxmlformats.org/officeDocument/2006/relationships" id="301" ns0:id="rId53"/>
    <p:sldId xmlns:ns0="http://schemas.openxmlformats.org/officeDocument/2006/relationships" id="302" ns0:id="rId54"/>
    <p:sldId xmlns:ns0="http://schemas.openxmlformats.org/officeDocument/2006/relationships" id="303" ns0:id="rId55"/>
    <p:sldId xmlns:ns0="http://schemas.openxmlformats.org/officeDocument/2006/relationships" id="304" ns0:id="rId56"/>
    <p:sldId xmlns:ns0="http://schemas.openxmlformats.org/officeDocument/2006/relationships" id="305" ns0:id="rId57"/>
    <p:sldId xmlns:ns0="http://schemas.openxmlformats.org/officeDocument/2006/relationships" id="306" ns0:id="rId58"/>
    <p:sldId xmlns:ns0="http://schemas.openxmlformats.org/officeDocument/2006/relationships" id="307" ns0:id="rId59"/>
    <p:sldId xmlns:ns0="http://schemas.openxmlformats.org/officeDocument/2006/relationships" id="308" ns0:id="rId60"/>
    <p:sldId xmlns:ns0="http://schemas.openxmlformats.org/officeDocument/2006/relationships" id="309" ns0:id="rId61"/>
    <p:sldId xmlns:ns0="http://schemas.openxmlformats.org/officeDocument/2006/relationships" id="310" ns0:id="rId62"/>
    <p:sldId xmlns:ns0="http://schemas.openxmlformats.org/officeDocument/2006/relationships" id="311" ns0:id="rId63"/>
    <p:sldId xmlns:ns0="http://schemas.openxmlformats.org/officeDocument/2006/relationships" id="312" ns0:id="rId64"/>
    <p:sldId xmlns:ns0="http://schemas.openxmlformats.org/officeDocument/2006/relationships" id="313" ns0:id="rId65"/>
    <p:sldId xmlns:ns0="http://schemas.openxmlformats.org/officeDocument/2006/relationships" id="314" ns0:id="rId66"/>
    <p:sldId xmlns:ns0="http://schemas.openxmlformats.org/officeDocument/2006/relationships" id="315" ns0:id="rId67"/>
    <p:sldId xmlns:ns0="http://schemas.openxmlformats.org/officeDocument/2006/relationships" id="316" ns0:id="rId68"/>
    <p:sldId xmlns:ns0="http://schemas.openxmlformats.org/officeDocument/2006/relationships" id="317" ns0:id="rId69"/>
    <p:sldId xmlns:ns0="http://schemas.openxmlformats.org/officeDocument/2006/relationships" id="318" ns0:id="rId70"/>
    <p:sldId xmlns:ns0="http://schemas.openxmlformats.org/officeDocument/2006/relationships" id="319" ns0:id="rId71"/>
    <p:sldId xmlns:ns0="http://schemas.openxmlformats.org/officeDocument/2006/relationships" id="320" ns0:id="rId72"/>
    <p:sldId xmlns:ns0="http://schemas.openxmlformats.org/officeDocument/2006/relationships" id="321" ns0:id="rId73"/>
    <p:sldId xmlns:ns0="http://schemas.openxmlformats.org/officeDocument/2006/relationships" id="322" ns0:id="rId74"/>
    <p:sldId xmlns:ns0="http://schemas.openxmlformats.org/officeDocument/2006/relationships" id="323" ns0:id="rId75"/>
    <p:sldId xmlns:ns0="http://schemas.openxmlformats.org/officeDocument/2006/relationships" id="324" ns0:id="rId76"/>
    <p:sldId xmlns:ns0="http://schemas.openxmlformats.org/officeDocument/2006/relationships" id="325" ns0:id="rId77"/>
    <p:sldId xmlns:ns0="http://schemas.openxmlformats.org/officeDocument/2006/relationships" id="326" ns0:id="rId78"/>
    <p:sldId xmlns:ns0="http://schemas.openxmlformats.org/officeDocument/2006/relationships" id="327" ns0:id="rId79"/>
    <p:sldId xmlns:ns0="http://schemas.openxmlformats.org/officeDocument/2006/relationships" id="328" ns0:id="rId80"/>
    <p:sldId xmlns:ns0="http://schemas.openxmlformats.org/officeDocument/2006/relationships" id="329" ns0:id="rId81"/>
    <p:sldId xmlns:ns0="http://schemas.openxmlformats.org/officeDocument/2006/relationships" id="330" ns0:id="rId82"/>
    <p:sldId xmlns:ns0="http://schemas.openxmlformats.org/officeDocument/2006/relationships" id="331" ns0:id="rId83"/>
    <p:sldId xmlns:ns0="http://schemas.openxmlformats.org/officeDocument/2006/relationships" id="332" ns0:id="rId84"/>
    <p:sldId xmlns:ns0="http://schemas.openxmlformats.org/officeDocument/2006/relationships" id="333" ns0:id="rId85"/>
    <p:sldId xmlns:ns0="http://schemas.openxmlformats.org/officeDocument/2006/relationships" id="334" ns0:id="rId86"/>
    <p:sldId xmlns:ns0="http://schemas.openxmlformats.org/officeDocument/2006/relationships" id="335" ns0:id="rId87"/>
    <p:sldId xmlns:ns0="http://schemas.openxmlformats.org/officeDocument/2006/relationships" id="336" ns0:id="rId88"/>
    <p:sldId xmlns:ns0="http://schemas.openxmlformats.org/officeDocument/2006/relationships" id="337" ns0:id="rId89"/>
    <p:sldId xmlns:ns0="http://schemas.openxmlformats.org/officeDocument/2006/relationships" id="338" ns0:id="rId9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xml version='1.0' encoding='UTF-8' standalone='yes'?>
<Relationships xmlns="http://schemas.openxmlformats.org/package/2006/relationships"><Relationship Id="R2403ee377bf24d54" Type="http://schemas.openxmlformats.org/officeDocument/2006/relationships/presProps" Target="presProps.xml"/><Relationship Id="R257a6b133e734e76" Type="http://schemas.openxmlformats.org/officeDocument/2006/relationships/slideMaster" Target="slideMasters/slideMaster1.xml"/><Relationship Id="R4643ad08ad724dff" Type="http://schemas.openxmlformats.org/officeDocument/2006/relationships/theme" Target="theme/theme1.xml"/><Relationship Id="R4b7bfd43501e4187" Type="http://schemas.openxmlformats.org/officeDocument/2006/relationships/tableStyles" Target="tableStyles.xml"/><Relationship Id="Rbc83832983b5463b" Type="http://schemas.openxmlformats.org/officeDocument/2006/relationships/notesMaster" Target="notesMasters/notesMaster1.xml"/><Relationship Id="Rfa3fe3d09625471e" Type="http://schemas.openxmlformats.org/officeDocument/2006/relationships/viewProps" Target="viewProps.xml"/><Relationship Id="Rfe2c0a5d9f754a6a" Type="http://schemas.openxmlformats.org/officeDocument/2006/relationships/slideMaster" Target="slideMasters/slideMaster2.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s>
</file>

<file path=ppt/notesMasters/_rels/notesMaster1.xml.rels><?xml version='1.0' encoding='UTF-8' standalone='yes'?>
<Relationships xmlns="http://schemas.openxmlformats.org/package/2006/relationships"><Relationship Id="Recb8d5aab9bc4248" Type="http://schemas.openxmlformats.org/officeDocument/2006/relationships/theme" Target="theme/theme4.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deck contains every supported deck metadata key. A content separator can infer Two Content before the deck default.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uses every theme color as a hard band in the background.</a:t>
            </a:r>
          </a:p>
          <a:p>
            <a:r>
              <a:t>From top to bottom: Dark 1, Light 1, Dark 2, Light 2, Accent 1 through Accent 6, Hyperlink, and Followed Hyperlink.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Language labels select syntax coloring. The highlighted code remains editable PowerPoint text.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TypeScript highlights type declarations, keywords, strings, and numeric values.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HTML highlights tags, attribute names, quoted values, and comments.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CSS highlights selectors, property names, color values, and units.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Deck media defaults round and shadow every content image and video. This slide adds reflection. The slide disables rounding and shadow while inheriting reflection.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Header color inherits from deck table settings. Body fills are slide overrides. The slide sets the table border and reflection and disables the deck shadow. Its total row retains native styling.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demonstrates a full-slide background image on the Blank layout.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intentionally demonstrates the Blank layout.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Dark 1 supplies ordinary code. Accents 1, 2, and 3 supply keywords, values, and named tokens. Brightness is adjusted only as needed for 4.5 to 1 contrast.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1 supplies ordinary code. The same accent slots are used with lighter variants where needed. Comments meet the same contrast target as other code.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16 by 16 grid estimates the background range beneath the content placeholder. HTML tags use Accent 1, values use Accent 2, and attributes use Accent 3.</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dark radial gradient demonstrates the light variant. Native theme references retain their slot and use brightness adjustments for the estimated background range.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code block and result heading align with the parent list text. The HTML comment is omitted.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stays available in the deck but is skipped during ordinary slide-show navigation.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PowerPoint theme color</a:t>
            </a:r>
          </a:p>
          <a:p>
            <a:r>
              <a:t>This slide uses every theme color as a hard band in the background.</a:t>
            </a:r>
          </a:p>
          <a:p>
            <a:r>
              <a:t>From top to bottom: Dark 1, Light 1, Dark 2, Light 2, Accent 1 through Accent 6, Hyperlink, and Followed Hyperlink.</a:t>
            </a:r>
          </a:p>
          <a:p/>
          <a:p>
            <a:r>
              <a:t>Syntax highlighting: Python</a:t>
            </a:r>
          </a:p>
          <a:p>
            <a:r>
              <a:t>Language labels select syntax coloring. The highlighted code remains editable PowerPoint text.</a:t>
            </a:r>
          </a:p>
          <a:p/>
          <a:p>
            <a:r>
              <a:t>Syntax highlighting: TypeScript</a:t>
            </a:r>
          </a:p>
          <a:p>
            <a:r>
              <a:t>TypeScript highlights type declarations, keywords, strings, and numeric values.</a:t>
            </a:r>
          </a:p>
          <a:p/>
          <a:p>
            <a:r>
              <a:t>Syntax highlighting: HTML</a:t>
            </a:r>
          </a:p>
          <a:p>
            <a:r>
              <a:t>HTML highlights tags, attribute names, quoted values, and comments.</a:t>
            </a:r>
          </a:p>
          <a:p/>
          <a:p>
            <a:r>
              <a:t>Syntax highlighting: CSS</a:t>
            </a:r>
          </a:p>
          <a:p>
            <a:r>
              <a:t>CSS highlights selectors, property names, color values, and units.</a:t>
            </a:r>
          </a:p>
          <a:p/>
          <a:p>
            <a:r>
              <a:t>Table column alignment</a:t>
            </a:r>
          </a:p>
          <a:p>
            <a:r>
              <a:t>Separator colons set left, center, and right alignment. All table cells are centered vertically. Columns without alignment colons default to left alignment.</a:t>
            </a:r>
          </a:p>
          <a:p/>
          <a:p>
            <a:r>
              <a:t>Effects defaults and overrides</a:t>
            </a:r>
          </a:p>
          <a:p>
            <a:r>
              <a:t>Deck media defaults round and shadow every content image and video. This slide adds reflection. The individual image disables rounding and shadow while inheriting reflection.</a:t>
            </a:r>
          </a:p>
          <a:p/>
          <a:p>
            <a:r>
              <a:t>Table colors and effects</a:t>
            </a:r>
          </a:p>
          <a:p>
            <a:r>
              <a:t>Header color inherits from deck table settings. Body fills are slide overrides. The table inherits slide reflection and overrides its border and deck shadow. Its total row retains native styling.</a:t>
            </a:r>
          </a:p>
          <a:p/>
          <a:p>
            <a:r>
              <a:t>Native picture effects</a:t>
            </a:r>
          </a:p>
          <a:p>
            <a:r>
              <a:t>This picture uses an editable native border, rounded corners, drop shadow, and reflection. The adjacent image comment sets each effect with a compact CSS-style value.</a:t>
            </a:r>
          </a:p>
          <a:p/>
          <a:p>
            <a:r>
              <a:t>Remote image</a:t>
            </a:r>
          </a:p>
          <a:p>
            <a:r>
              <a:t>This slide demonstrates downloading a remote image during rendering.</a:t>
            </a:r>
          </a:p>
          <a:p>
            <a:r>
              <a:t>[Sources]</a:t>
            </a:r>
          </a:p>
          <a:p>
            <a:r>
              <a:t>- https://raw.githubusercontent.com/github/explore/main/topics/python/python.png (Python logo)</a:t>
            </a:r>
          </a:p>
          <a:p/>
          <a:p>
            <a:r>
              <a:t>Local video: Big Buck Bunny</a:t>
            </a:r>
          </a:p>
          <a:p>
            <a:r>
              <a:t>The local MP4 is embedded in this PowerPoint file. Click Next to start playback.</a:t>
            </a:r>
          </a:p>
          <a:p>
            <a:r>
              <a:t>The slide stays in place when the clip ends.</a:t>
            </a:r>
          </a:p>
          <a:p>
            <a:r>
              <a:t>The preview image is generated from the first video frame.</a:t>
            </a:r>
          </a:p>
          <a:p>
            <a:r>
              <a:t>Clip: (c) copyright 2008, Blender Foundation / www.bigbuckbunny.org</a:t>
            </a:r>
          </a:p>
          <a:p>
            <a:r>
              <a:t>Licensed under Creative Commons Attribution 3.0.</a:t>
            </a:r>
          </a:p>
          <a:p/>
          <a:p>
            <a:r>
              <a:t>Local video: automatic fullscreen playback</a:t>
            </a:r>
          </a:p>
          <a:p>
            <a:r>
              <a:t>The embedded Big Buck Bunny clip starts when this slide appears.</a:t>
            </a:r>
          </a:p>
          <a:p>
            <a:r>
              <a:t>It fills the screen, loops, and plays with sound muted.</a:t>
            </a:r>
          </a:p>
          <a:p>
            <a:r>
              <a:t>Advance the slide manually when you are ready to continue.</a:t>
            </a:r>
          </a:p>
          <a:p>
            <a:r>
              <a:t>Clip and poster: (c) copyright 2008, Blender Foundation / www.bigbuckbunny.org</a:t>
            </a:r>
          </a:p>
          <a:p>
            <a:r>
              <a:t>Licensed under Creative Commons Attribution 3.0.</a:t>
            </a:r>
          </a:p>
          <a:p/>
          <a:p>
            <a:r>
              <a:t>YouTube video: Big Buck Bunny</a:t>
            </a:r>
          </a:p>
          <a:p>
            <a:r>
              <a:t>This slide uses an online YouTube media object. Playback needs internet access.</a:t>
            </a:r>
          </a:p>
          <a:p>
            <a:r>
              <a:t>The film is (c) copyright 2008, Blender Foundation / www.bigbuckbunny.org</a:t>
            </a:r>
          </a:p>
          <a:p/>
          <a:p>
            <a:r>
              <a:t>Blank slide</a:t>
            </a:r>
          </a:p>
          <a:p>
            <a:r>
              <a:t>This slide demonstrates a full-slide background image on the Blank layout.</a:t>
            </a:r>
          </a:p>
          <a:p/>
          <a:p>
            <a:r>
              <a:t>Blank slide</a:t>
            </a:r>
          </a:p>
          <a:p>
            <a:r>
              <a:t>This slide intentionally demonstrates the Blank layout.</a:t>
            </a:r>
          </a:p>
          <a:p/>
          <a:p>
            <a:r>
              <a:t>Two content areas</a:t>
            </a:r>
          </a:p>
          <a:p>
            <a:r>
              <a:t>A single top-level thematic break separates the left and right placeholders.</a:t>
            </a:r>
          </a:p>
          <a:p/>
          <a:p>
            <a:r>
              <a:t>Theme syntax: dark colors</a:t>
            </a:r>
          </a:p>
          <a:p>
            <a:r>
              <a:t>Dark 1 supplies ordinary code. Accents 1, 2, and 3 supply keywords, values, and named tokens. Brightness is adjusted only as needed for 4.5 to 1 contrast.</a:t>
            </a:r>
          </a:p>
          <a:p/>
          <a:p>
            <a:r>
              <a:t>Theme syntax: light colors</a:t>
            </a:r>
          </a:p>
          <a:p>
            <a:r>
              <a:t>Light 1 supplies ordinary code. The same accent slots are used with lighter variants where needed. Comments meet the same contrast target as other code.</a:t>
            </a:r>
          </a:p>
          <a:p/>
          <a:p>
            <a:r>
              <a:t>Theme syntax: a light gradient</a:t>
            </a:r>
          </a:p>
          <a:p>
            <a:r>
              <a:t>A 16 by 16 grid estimates the background range beneath the content placeholder. HTML tags use Accent 1, values use Accent 2, and attributes use Accent 3.</a:t>
            </a:r>
          </a:p>
          <a:p/>
          <a:p>
            <a:r>
              <a:t>Theme syntax: a dark gradient</a:t>
            </a:r>
          </a:p>
          <a:p>
            <a:r>
              <a:t>A dark radial gradient demonstrates the light variant. Native theme references retain their slot and use brightness adjustments for the estimated background range.</a:t>
            </a:r>
          </a:p>
          <a:p/>
          <a:p>
            <a:r>
              <a:t>[Shared references][showcase-guide]</a:t>
            </a:r>
          </a:p>
          <a:p>
            <a:r>
              <a:t>The title and body use a reference defined on a later slide. The optional link title becomes a ScreenTip in PowerPoint. Hover over a link in Slide Show view to see the tip.</a:t>
            </a:r>
          </a:p>
          <a:p/>
          <a:p>
            <a:r>
              <a:t>Code stays inside its list item</a:t>
            </a:r>
          </a:p>
          <a:p>
            <a:r>
              <a:t>The code block and result heading align with the parent list text. The HTML comment is omitted.</a:t>
            </a:r>
          </a:p>
          <a:p/>
          <a:p>
            <a:r>
              <a:t>Numbering and reusable definitions</a:t>
            </a:r>
          </a:p>
          <a:p>
            <a:r>
              <a:t>Zero is preserved with an editable text marker. Native numbering is used where PowerPoint supports it. The reference definition at the bottom is invisible and serves earlier slides.</a:t>
            </a:r>
          </a:p>
          <a:p/>
          <a:p>
            <a:r>
              <a:t>Hidden backup details</a:t>
            </a:r>
          </a:p>
          <a:p>
            <a:r>
              <a:t>This slide stays available in the deck but is skipped during ordinary slide-show navigation.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b67cb4b70c8d4dec"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50980c3dff974b39"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1d472eccc3b040c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b456b81ad14b4dcf"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48497423c7c54a7a"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c80c955011a64d56"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58acc42dbcb546bd"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6cba100e7a0e420e"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c093b58cdbe4483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06ae5e9c06d94404"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77c51e203f8143e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4e053d118c214d5a" Type="http://schemas.openxmlformats.org/officeDocument/2006/relationships/slideMaster" Target="../slideMasters/slideMaster2.xml"/></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E0EFC93-8786-03A5-FF46-60AC373CF4F2}"/>
              </a:ext>
            </a:extLst>
          </p:cNvPr>
          <p:cNvSpPr>
            <a:spLocks xmlns:a="http://schemas.openxmlformats.org/drawingml/2006/main" noGrp="1"/>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5CC48827-FAFE-757E-1BDE-A06E4510EB09}"/>
              </a:ext>
            </a:extLst>
          </p:cNvPr>
          <p:cNvSpPr>
            <a:spLocks xmlns:a="http://schemas.openxmlformats.org/drawingml/2006/main" noGrp="1"/>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1693809F-6FD5-1B03-1567-1763DC11F53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20A7771-9D5A-4D61-8C66-60C88DB26C70}" type="datetimeFigureOut">
              <a:t>4/20/2026</a:t>
            </a:fld>
            <a:endParaRPr/>
          </a:p>
        </p:txBody>
      </p:sp>
      <p:sp>
        <p:nvSpPr>
          <p:cNvPr id="5" name="Footer Placeholder 4">
            <a:extLst xmlns:a="http://schemas.openxmlformats.org/drawingml/2006/main">
              <a:ext uri="{FF2B5EF4-FFF2-40B4-BE49-F238E27FC236}">
                <a16:creationId xmlns:a16="http://schemas.microsoft.com/office/drawing/2014/main" id="{562BC750-76C4-37C3-4C64-87D13E5FC9B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FBCEC4E-AFC9-D7F0-CE75-B4633A0D3E7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087E326-E539-492D-9221-BBF0DE375B25}"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47B371E-C732-84F9-BD3D-F382350F6C9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89099C3E-757B-E19D-4285-78E92C345884}"/>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2D396C4F-1DE2-3AA4-9C9B-C75122B0B6E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20A7771-9D5A-4D61-8C66-60C88DB26C70}" type="datetimeFigureOut">
              <a:t>4/20/2026</a:t>
            </a:fld>
            <a:endParaRPr/>
          </a:p>
        </p:txBody>
      </p:sp>
      <p:sp>
        <p:nvSpPr>
          <p:cNvPr id="5" name="Footer Placeholder 4">
            <a:extLst xmlns:a="http://schemas.openxmlformats.org/drawingml/2006/main">
              <a:ext uri="{FF2B5EF4-FFF2-40B4-BE49-F238E27FC236}">
                <a16:creationId xmlns:a16="http://schemas.microsoft.com/office/drawing/2014/main" id="{35D30F03-70A8-65F8-0B28-472538E3213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B2B5102F-77D2-EA7A-2828-55575C441A7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087E326-E539-492D-9221-BBF0DE375B25}"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B96A4C5-25EB-9DBF-9AE7-B4B50751A267}"/>
              </a:ext>
            </a:extLst>
          </p:cNvPr>
          <p:cNvSpPr>
            <a:spLocks xmlns:a="http://schemas.openxmlformats.org/drawingml/2006/main" noGrp="1"/>
          </p:cNvSpPr>
          <p:nvPr>
            <p:ph type="title" idx="0"/>
          </p:nvPr>
        </p:nvSpPr>
        <p:spPr>
          <a:xfrm xmlns:a="http://schemas.openxmlformats.org/drawingml/2006/main">
            <a:off x="831850" y="1709738"/>
            <a:ext cx="10515600" cy="2852737"/>
          </a:xfrm>
        </p:spPr>
        <p:txBody>
          <a:bodyPr xmlns:a="http://schemas.openxmlformats.org/drawingml/2006/main" anchor="b"/>
          <a:lstStyle xmlns:a="http://schemas.openxmlformats.org/drawingml/2006/main">
            <a:lvl1pPr>
              <a:buNone/>
              <a:defRPr sz="6000"/>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C1F4BB36-C20B-2A12-776D-B8CF328A3F80}"/>
              </a:ext>
            </a:extLst>
          </p:cNvPr>
          <p:cNvSpPr>
            <a:spLocks xmlns:a="http://schemas.openxmlformats.org/drawingml/2006/main" noGrp="1"/>
          </p:cNvSpPr>
          <p:nvPr>
            <p:ph type="body" idx="1"/>
          </p:nvPr>
        </p:nvSpPr>
        <p:spPr>
          <a:xfrm xmlns:a="http://schemas.openxmlformats.org/drawingml/2006/main">
            <a:off x="831850" y="4589463"/>
            <a:ext cx="10515600" cy="1500187"/>
          </a:xfrm>
        </p:spPr>
        <p:txBody>
          <a:bodyPr xmlns:a="http://schemas.openxmlformats.org/drawingml/2006/main"/>
          <a:lstStyle xmlns:a="http://schemas.openxmlformats.org/drawingml/2006/main">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01DC8ECC-F7D5-73A7-B8E3-B1A0CA7D44B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20A7771-9D5A-4D61-8C66-60C88DB26C70}" type="datetimeFigureOut">
              <a:t>4/20/2026</a:t>
            </a:fld>
            <a:endParaRPr/>
          </a:p>
        </p:txBody>
      </p:sp>
      <p:sp>
        <p:nvSpPr>
          <p:cNvPr id="5" name="Footer Placeholder 4">
            <a:extLst xmlns:a="http://schemas.openxmlformats.org/drawingml/2006/main">
              <a:ext uri="{FF2B5EF4-FFF2-40B4-BE49-F238E27FC236}">
                <a16:creationId xmlns:a16="http://schemas.microsoft.com/office/drawing/2014/main" id="{EA2E49D5-1C9F-8D40-CCB4-B471C952813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34B6321D-21FC-FE13-115B-7AF14C02000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087E326-E539-492D-9221-BBF0DE375B25}"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3357A5E-A34A-0C04-152E-1448113EB2C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0A92B90F-81A0-2A83-4F7C-F1C9B579C57E}"/>
              </a:ext>
            </a:extLst>
          </p:cNvPr>
          <p:cNvSpPr>
            <a:spLocks xmlns:a="http://schemas.openxmlformats.org/drawingml/2006/main" noGrp="1"/>
          </p:cNvSpPr>
          <p:nvPr>
            <p:ph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6AC1E1D5-7ED1-2D69-071E-F87266FD0B34}"/>
              </a:ext>
            </a:extLst>
          </p:cNvPr>
          <p:cNvSpPr>
            <a:spLocks xmlns:a="http://schemas.openxmlformats.org/drawingml/2006/main" noGrp="1"/>
          </p:cNvSpPr>
          <p:nvPr>
            <p:ph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31D40E98-9414-6423-290B-4D393029BA0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20A7771-9D5A-4D61-8C66-60C88DB26C70}" type="datetimeFigureOut">
              <a:t>4/20/2026</a:t>
            </a:fld>
            <a:endParaRPr/>
          </a:p>
        </p:txBody>
      </p:sp>
      <p:sp>
        <p:nvSpPr>
          <p:cNvPr id="6" name="Footer Placeholder 5">
            <a:extLst xmlns:a="http://schemas.openxmlformats.org/drawingml/2006/main">
              <a:ext uri="{FF2B5EF4-FFF2-40B4-BE49-F238E27FC236}">
                <a16:creationId xmlns:a16="http://schemas.microsoft.com/office/drawing/2014/main" id="{05492CC8-1E8A-086B-88FB-AE86F243CC3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3C67E5F9-26DA-4072-D5BB-1084A6A1C22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087E326-E539-492D-9221-BBF0DE375B25}"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C4CAB7B-46DD-FE93-9C9D-1D30555FC066}"/>
              </a:ext>
            </a:extLst>
          </p:cNvPr>
          <p:cNvSpPr>
            <a:spLocks xmlns:a="http://schemas.openxmlformats.org/drawingml/2006/main" noGrp="1"/>
          </p:cNvSpPr>
          <p:nvPr>
            <p:ph type="title" idx="0"/>
          </p:nvPr>
        </p:nvSpPr>
        <p:spPr>
          <a:xfrm xmlns:a="http://schemas.openxmlformats.org/drawingml/2006/main">
            <a:off x="839788" y="365125"/>
            <a:ext cx="10515600" cy="1325563"/>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686AD5FF-026E-DD96-F130-348C21A5C0CF}"/>
              </a:ext>
            </a:extLst>
          </p:cNvPr>
          <p:cNvSpPr>
            <a:spLocks xmlns:a="http://schemas.openxmlformats.org/drawingml/2006/main" noGrp="1"/>
          </p:cNvSpPr>
          <p:nvPr>
            <p:ph type="body" idx="1"/>
          </p:nvPr>
        </p:nvSpPr>
        <p:spPr>
          <a:xfrm xmlns:a="http://schemas.openxmlformats.org/drawingml/2006/main">
            <a:off x="839788" y="1681163"/>
            <a:ext cx="5157787"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3086DF69-2038-8BD6-CA4A-1E3BBE675643}"/>
              </a:ext>
            </a:extLst>
          </p:cNvPr>
          <p:cNvSpPr>
            <a:spLocks xmlns:a="http://schemas.openxmlformats.org/drawingml/2006/main" noGrp="1"/>
          </p:cNvSpPr>
          <p:nvPr>
            <p:ph idx="2"/>
          </p:nvPr>
        </p:nvSpPr>
        <p:spPr>
          <a:xfrm xmlns:a="http://schemas.openxmlformats.org/drawingml/2006/main">
            <a:off x="839788" y="2505075"/>
            <a:ext cx="5157787"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BC9318A0-C4ED-7F91-CD79-9089D088ACFF}"/>
              </a:ext>
            </a:extLst>
          </p:cNvPr>
          <p:cNvSpPr>
            <a:spLocks xmlns:a="http://schemas.openxmlformats.org/drawingml/2006/main" noGrp="1"/>
          </p:cNvSpPr>
          <p:nvPr>
            <p:ph type="body" idx="3"/>
          </p:nvPr>
        </p:nvSpPr>
        <p:spPr>
          <a:xfrm xmlns:a="http://schemas.openxmlformats.org/drawingml/2006/main">
            <a:off x="6172200" y="1681163"/>
            <a:ext cx="5183188"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B771C1DB-9CB8-2692-9782-82569302F62C}"/>
              </a:ext>
            </a:extLst>
          </p:cNvPr>
          <p:cNvSpPr>
            <a:spLocks xmlns:a="http://schemas.openxmlformats.org/drawingml/2006/main" noGrp="1"/>
          </p:cNvSpPr>
          <p:nvPr>
            <p:ph idx="4"/>
          </p:nvPr>
        </p:nvSpPr>
        <p:spPr>
          <a:xfrm xmlns:a="http://schemas.openxmlformats.org/drawingml/2006/main">
            <a:off x="6172200" y="2505075"/>
            <a:ext cx="5183188"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6">
            <a:extLst xmlns:a="http://schemas.openxmlformats.org/drawingml/2006/main">
              <a:ext uri="{FF2B5EF4-FFF2-40B4-BE49-F238E27FC236}">
                <a16:creationId xmlns:a16="http://schemas.microsoft.com/office/drawing/2014/main" id="{7BDC32B4-BF9C-89B5-296C-7F0E74347B4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20A7771-9D5A-4D61-8C66-60C88DB26C70}" type="datetimeFigureOut">
              <a:t>4/20/2026</a:t>
            </a:fld>
            <a:endParaRPr/>
          </a:p>
        </p:txBody>
      </p:sp>
      <p:sp>
        <p:nvSpPr>
          <p:cNvPr id="8" name="Footer Placeholder 7">
            <a:extLst xmlns:a="http://schemas.openxmlformats.org/drawingml/2006/main">
              <a:ext uri="{FF2B5EF4-FFF2-40B4-BE49-F238E27FC236}">
                <a16:creationId xmlns:a16="http://schemas.microsoft.com/office/drawing/2014/main" id="{ABD5AFAD-62FA-AD1A-1E97-95C982D7BF9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99730FC9-1B0B-E421-D011-9201EAE2A3D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087E326-E539-492D-9221-BBF0DE375B25}"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DE9C342-6914-9E17-B798-8659872DDEF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22F670CD-E95D-72AB-A97F-908471A0ED7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20A7771-9D5A-4D61-8C66-60C88DB26C70}" type="datetimeFigureOut">
              <a:t>4/20/2026</a:t>
            </a:fld>
            <a:endParaRPr/>
          </a:p>
        </p:txBody>
      </p:sp>
      <p:sp>
        <p:nvSpPr>
          <p:cNvPr id="4" name="Footer Placeholder 3">
            <a:extLst xmlns:a="http://schemas.openxmlformats.org/drawingml/2006/main">
              <a:ext uri="{FF2B5EF4-FFF2-40B4-BE49-F238E27FC236}">
                <a16:creationId xmlns:a16="http://schemas.microsoft.com/office/drawing/2014/main" id="{05D6C3B5-CB93-F497-CA2F-F03AC985F64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702D53CC-6E53-168F-C009-49EEC83EB53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087E326-E539-492D-9221-BBF0DE375B25}"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40B72EB3-4F17-5706-8B26-3235B26BCA4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20A7771-9D5A-4D61-8C66-60C88DB26C70}" type="datetimeFigureOut">
              <a:t>4/20/2026</a:t>
            </a:fld>
            <a:endParaRPr/>
          </a:p>
        </p:txBody>
      </p:sp>
      <p:sp>
        <p:nvSpPr>
          <p:cNvPr id="3" name="Footer Placeholder 2">
            <a:extLst xmlns:a="http://schemas.openxmlformats.org/drawingml/2006/main">
              <a:ext uri="{FF2B5EF4-FFF2-40B4-BE49-F238E27FC236}">
                <a16:creationId xmlns:a16="http://schemas.microsoft.com/office/drawing/2014/main" id="{9E33266D-F165-6DB3-9C5A-DF0901DD025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54A4B781-F948-D676-3548-31D67D40A7F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087E326-E539-492D-9221-BBF0DE375B25}"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881042-B979-E1A9-7DFA-48CA53E74CD6}"/>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EC540C8C-D4A7-4F29-E296-5BE456BA58D7}"/>
              </a:ext>
            </a:extLst>
          </p:cNvPr>
          <p:cNvSpPr>
            <a:spLocks xmlns:a="http://schemas.openxmlformats.org/drawingml/2006/main" noGrp="1"/>
          </p:cNvSpPr>
          <p:nvPr>
            <p:ph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0E933AD6-C50B-8360-04D8-6DDA04E93ED3}"/>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5A7AC5C1-0FE0-4F70-8F57-4DF471E1A0A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20A7771-9D5A-4D61-8C66-60C88DB26C70}" type="datetimeFigureOut">
              <a:t>4/20/2026</a:t>
            </a:fld>
            <a:endParaRPr/>
          </a:p>
        </p:txBody>
      </p:sp>
      <p:sp>
        <p:nvSpPr>
          <p:cNvPr id="6" name="Footer Placeholder 5">
            <a:extLst xmlns:a="http://schemas.openxmlformats.org/drawingml/2006/main">
              <a:ext uri="{FF2B5EF4-FFF2-40B4-BE49-F238E27FC236}">
                <a16:creationId xmlns:a16="http://schemas.microsoft.com/office/drawing/2014/main" id="{2A302485-1CFA-0B33-3618-9AED445BB37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5E209CB3-0932-74FD-8F06-528D05A9E36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087E326-E539-492D-9221-BBF0DE375B25}"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94C83F8-CEC4-7941-A0F9-844FA16120C0}"/>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BD214E2B-0179-1A01-582B-EFB5BB37A717}"/>
              </a:ext>
            </a:extLst>
          </p:cNvPr>
          <p:cNvSpPr>
            <a:spLocks xmlns:a="http://schemas.openxmlformats.org/drawingml/2006/main" noGrp="1"/>
          </p:cNvSpPr>
          <p:nvPr>
            <p:ph type="pic"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83D0B335-F7A1-F1F0-3588-8E5344EE66B1}"/>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C52C83E5-7ABA-5071-C4FF-CCD884099EC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20A7771-9D5A-4D61-8C66-60C88DB26C70}" type="datetimeFigureOut">
              <a:t>4/20/2026</a:t>
            </a:fld>
            <a:endParaRPr/>
          </a:p>
        </p:txBody>
      </p:sp>
      <p:sp>
        <p:nvSpPr>
          <p:cNvPr id="6" name="Footer Placeholder 5">
            <a:extLst xmlns:a="http://schemas.openxmlformats.org/drawingml/2006/main">
              <a:ext uri="{FF2B5EF4-FFF2-40B4-BE49-F238E27FC236}">
                <a16:creationId xmlns:a16="http://schemas.microsoft.com/office/drawing/2014/main" id="{88F6AAE3-E4A3-7AB6-0605-B74031B0792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3CF5FC47-A572-8EC0-82F2-A82C8B53A64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087E326-E539-492D-9221-BBF0DE375B25}"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12A80E8-FA40-761C-C204-D27DAF2EC64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4F587A76-E4B7-7F94-F8FF-CB53E8CB5D58}"/>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C32732A7-9B99-C553-881C-884C1E072FE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20A7771-9D5A-4D61-8C66-60C88DB26C70}" type="datetimeFigureOut">
              <a:t>4/20/2026</a:t>
            </a:fld>
            <a:endParaRPr/>
          </a:p>
        </p:txBody>
      </p:sp>
      <p:sp>
        <p:nvSpPr>
          <p:cNvPr id="5" name="Footer Placeholder 4">
            <a:extLst xmlns:a="http://schemas.openxmlformats.org/drawingml/2006/main">
              <a:ext uri="{FF2B5EF4-FFF2-40B4-BE49-F238E27FC236}">
                <a16:creationId xmlns:a16="http://schemas.microsoft.com/office/drawing/2014/main" id="{C85AB7C5-17F0-6DCA-7C9A-A80259CB2D1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5C021F4-82F6-6D70-16D1-DB8A5BF9A58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087E326-E539-492D-9221-BBF0DE375B25}"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CBCFCB39-CC34-1B9C-6E89-D8EB45AC9E71}"/>
              </a:ext>
            </a:extLst>
          </p:cNvPr>
          <p:cNvSpPr>
            <a:spLocks xmlns:a="http://schemas.openxmlformats.org/drawingml/2006/main" noGrp="1"/>
          </p:cNvSpPr>
          <p:nvPr>
            <p:ph type="title" idx="0"/>
          </p:nvPr>
        </p:nvSpPr>
        <p:spPr>
          <a:xfrm xmlns:a="http://schemas.openxmlformats.org/drawingml/2006/main">
            <a:off x="8724900" y="365125"/>
            <a:ext cx="2628900" cy="5811838"/>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8F778CF9-71D7-F3A2-6409-2117C055BAE0}"/>
              </a:ext>
            </a:extLst>
          </p:cNvPr>
          <p:cNvSpPr>
            <a:spLocks xmlns:a="http://schemas.openxmlformats.org/drawingml/2006/main" noGrp="1"/>
          </p:cNvSpPr>
          <p:nvPr>
            <p:ph type="body" idx="1"/>
          </p:nvPr>
        </p:nvSpPr>
        <p:spPr>
          <a:xfrm xmlns:a="http://schemas.openxmlformats.org/drawingml/2006/main">
            <a:off x="838200" y="365125"/>
            <a:ext cx="7734300" cy="5811838"/>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0E17D1AE-0E61-EBCA-F251-4E08C554A4E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20A7771-9D5A-4D61-8C66-60C88DB26C70}" type="datetimeFigureOut">
              <a:t>4/20/2026</a:t>
            </a:fld>
            <a:endParaRPr/>
          </a:p>
        </p:txBody>
      </p:sp>
      <p:sp>
        <p:nvSpPr>
          <p:cNvPr id="5" name="Footer Placeholder 4">
            <a:extLst xmlns:a="http://schemas.openxmlformats.org/drawingml/2006/main">
              <a:ext uri="{FF2B5EF4-FFF2-40B4-BE49-F238E27FC236}">
                <a16:creationId xmlns:a16="http://schemas.microsoft.com/office/drawing/2014/main" id="{6AB61B56-D627-359F-ADE6-41AC5763ACA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E63BA388-298F-82D3-1EDB-F9D8764A79F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087E326-E539-492D-9221-BBF0DE375B25}" type="slidenum">
              <a:t>‹#›</a:t>
            </a:fld>
            <a:endParaRPr/>
          </a:p>
        </p:txBody>
      </p:sp>
    </p:spTree>
  </p:cSld>
</p:sldLayout>
</file>

<file path=ppt/slideLayouts/slideLayout1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D0387A3-D0F6-4944-90DD-EAC0C4F6A82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8796BE7C-654E-4D18-848D-B815DEB5C012}"/>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29675FB1-F886-4AE5-A4FB-1026BEA893B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20A7771-9D5A-4D61-8C66-60C88DB26C70}" type="datetimeFigureOut">
              <a:t>4/20/2026</a:t>
            </a:fld>
            <a:endParaRPr/>
          </a:p>
        </p:txBody>
      </p:sp>
      <p:sp>
        <p:nvSpPr>
          <p:cNvPr id="5" name="Footer Placeholder 4">
            <a:extLst xmlns:a="http://schemas.openxmlformats.org/drawingml/2006/main">
              <a:ext uri="{FF2B5EF4-FFF2-40B4-BE49-F238E27FC236}">
                <a16:creationId xmlns:a16="http://schemas.microsoft.com/office/drawing/2014/main" id="{EED6AE83-BBC3-4D2B-8EC0-B2B6C17C4EF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F49F1031-F856-44C0-ABDB-46B15803216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087E326-E539-492D-9221-BBF0DE375B25}" type="slidenum">
              <a:t>‹#›</a:t>
            </a:fld>
            <a:endParaRPr/>
          </a:p>
        </p:txBody>
      </p:sp>
    </p:spTree>
  </p:cSld>
</p:sldLayout>
</file>

<file path=ppt/slideMasters/_rels/slideMaster1.xml.rels><?xml version='1.0' encoding='UTF-8' standalone='yes'?>
<Relationships xmlns="http://schemas.openxmlformats.org/package/2006/relationships"><Relationship Id="R2a23e01c2b964ac9" Type="http://schemas.openxmlformats.org/officeDocument/2006/relationships/slideLayout" Target="../slideLayouts/slideLayout7.xml"/><Relationship Id="R2ab4a3697f914079" Type="http://schemas.openxmlformats.org/officeDocument/2006/relationships/theme" Target="theme/theme2.xml"/><Relationship Id="R34bbff6b3fd241e0" Type="http://schemas.openxmlformats.org/officeDocument/2006/relationships/slideLayout" Target="../slideLayouts/slideLayout10.xml"/><Relationship Id="R4108fd965e304035" Type="http://schemas.openxmlformats.org/officeDocument/2006/relationships/slideLayout" Target="../slideLayouts/slideLayout4.xml"/><Relationship Id="R67fb8e06bbb74233" Type="http://schemas.openxmlformats.org/officeDocument/2006/relationships/slideLayout" Target="../slideLayouts/slideLayout6.xml"/><Relationship Id="R6d1712a483d14045" Type="http://schemas.openxmlformats.org/officeDocument/2006/relationships/slideLayout" Target="../slideLayouts/slideLayout9.xml"/><Relationship Id="R796594545dbe4220" Type="http://schemas.openxmlformats.org/officeDocument/2006/relationships/slideLayout" Target="../slideLayouts/slideLayout8.xml"/><Relationship Id="R9792dec0e8ea4606" Type="http://schemas.openxmlformats.org/officeDocument/2006/relationships/slideLayout" Target="../slideLayouts/slideLayout3.xml"/><Relationship Id="Rd31f680fa67d48b6" Type="http://schemas.openxmlformats.org/officeDocument/2006/relationships/slideLayout" Target="../slideLayouts/slideLayout11.xml"/><Relationship Id="Re5be6833617e488f" Type="http://schemas.openxmlformats.org/officeDocument/2006/relationships/slideLayout" Target="../slideLayouts/slideLayout2.xml"/><Relationship Id="Rf18a82e3e5e64b3d" Type="http://schemas.openxmlformats.org/officeDocument/2006/relationships/slideLayout" Target="../slideLayouts/slideLayout5.xml"/><Relationship Id="Rfa7ec47c039f43ce"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359d5ed17e60436b" Type="http://schemas.openxmlformats.org/officeDocument/2006/relationships/theme" Target="theme/theme3.xml"/><Relationship Id="R9ac0e3ffa6dd449e" Type="http://schemas.openxmlformats.org/officeDocument/2006/relationships/slideLayout" Target="../slideLayouts/slideLayout12.xml"/></Relationships>
</file>

<file path=ppt/slideMasters/slideMaster1.xml><?xml version="1.0" encoding="utf-8"?>
<p:sldMaster xmlns:p="http://schemas.openxmlformats.org/presentationml/2006/main">
  <p:cSld>
    <p:bg>
      <p:bgPr xmlns:a="http://schemas.openxmlformats.org/drawingml/2006/main">
        <a:gradFill rotWithShape="1">
          <a:gsLst>
            <a:gs pos="0">
              <a:srgbClr val="F3FAFF"/>
            </a:gs>
            <a:gs pos="54000">
              <a:srgbClr val="E6F4FF"/>
            </a:gs>
            <a:gs pos="100000">
              <a:srgbClr val="FFE7BF"/>
            </a:gs>
          </a:gsLst>
          <a:lin ang="16200000" scaled="0"/>
        </a:gradFill>
        <a:effectLst/>
      </p:bgPr>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72CBAE84-EA4C-C8F8-3709-EDD14D1F56E1}"/>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4594B1F3-85AD-9F78-4219-27AB7B47AEFE}"/>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9789BC02-5FD5-5699-6FDA-44B4FBD1DEA1}"/>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82000"/>
                  </a:schemeClr>
                </a:solidFill>
              </a:defRPr>
            </a:lvl1pPr>
          </a:lstStyle>
          <a:p xmlns:a="http://schemas.openxmlformats.org/drawingml/2006/main">
            <a:fld id="{620A7771-9D5A-4D61-8C66-60C88DB26C70}" type="datetimeFigureOut">
              <a:t>4/20/2026</a:t>
            </a:fld>
            <a:endParaRPr/>
          </a:p>
        </p:txBody>
      </p:sp>
      <p:sp>
        <p:nvSpPr>
          <p:cNvPr id="5" name="Footer Placeholder 4">
            <a:extLst xmlns:a="http://schemas.openxmlformats.org/drawingml/2006/main">
              <a:ext uri="{FF2B5EF4-FFF2-40B4-BE49-F238E27FC236}">
                <a16:creationId xmlns:a16="http://schemas.microsoft.com/office/drawing/2014/main" id="{AF316B89-3F62-F24C-2EE3-C5284C7EAB84}"/>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82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18F17629-D3CC-42DF-0750-5B632BDCD471}"/>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82000"/>
                  </a:schemeClr>
                </a:solidFill>
              </a:defRPr>
            </a:lvl1pPr>
          </a:lstStyle>
          <a:p xmlns:a="http://schemas.openxmlformats.org/drawingml/2006/main">
            <a:fld id="{E087E326-E539-492D-9221-BBF0DE375B25}"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a7ec47c039f43ce"/>
    <p:sldLayoutId xmlns:r="http://schemas.openxmlformats.org/officeDocument/2006/relationships" id="2147483650" r:id="Re5be6833617e488f"/>
    <p:sldLayoutId xmlns:r="http://schemas.openxmlformats.org/officeDocument/2006/relationships" id="2147483651" r:id="R9792dec0e8ea4606"/>
    <p:sldLayoutId xmlns:r="http://schemas.openxmlformats.org/officeDocument/2006/relationships" id="2147483652" r:id="R4108fd965e304035"/>
    <p:sldLayoutId xmlns:r="http://schemas.openxmlformats.org/officeDocument/2006/relationships" id="2147483653" r:id="Rf18a82e3e5e64b3d"/>
    <p:sldLayoutId xmlns:r="http://schemas.openxmlformats.org/officeDocument/2006/relationships" id="2147483654" r:id="R67fb8e06bbb74233"/>
    <p:sldLayoutId xmlns:r="http://schemas.openxmlformats.org/officeDocument/2006/relationships" id="2147483655" r:id="R2a23e01c2b964ac9"/>
    <p:sldLayoutId xmlns:r="http://schemas.openxmlformats.org/officeDocument/2006/relationships" id="2147483656" r:id="R796594545dbe4220"/>
    <p:sldLayoutId xmlns:r="http://schemas.openxmlformats.org/officeDocument/2006/relationships" id="2147483657" r:id="R6d1712a483d14045"/>
    <p:sldLayoutId xmlns:r="http://schemas.openxmlformats.org/officeDocument/2006/relationships" id="2147483658" r:id="R34bbff6b3fd241e0"/>
    <p:sldLayoutId xmlns:r="http://schemas.openxmlformats.org/officeDocument/2006/relationships" id="2147483659" r:id="Rd31f680fa67d48b6"/>
  </p:sldLayoutIdLst>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name="Showcase Alternate">
    <p:bg>
      <p:bgPr>
        <a:gradFill xmlns:a="http://schemas.openxmlformats.org/drawingml/2006/main" rotWithShape="1">
          <a:gsLst>
            <a:gs pos="0">
              <a:srgbClr val="F3FAFF"/>
            </a:gs>
            <a:gs pos="54000">
              <a:srgbClr val="E6F4FF"/>
            </a:gs>
            <a:gs pos="100000">
              <a:srgbClr val="FFE7BF"/>
            </a:gs>
          </a:gsLst>
          <a:lin ang="16200000" scaled="0"/>
        </a:gradFill>
      </p:bgPr>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9DBD5440-81DE-4125-BFCA-1F0A6F9758D4}"/>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DD5AC8E2-5AD2-4038-8795-E9DD85339A07}"/>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739A8D43-E25A-437D-8C1B-42ACE45ACC62}"/>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82000"/>
                  </a:schemeClr>
                </a:solidFill>
              </a:defRPr>
            </a:lvl1pPr>
          </a:lstStyle>
          <a:p xmlns:a="http://schemas.openxmlformats.org/drawingml/2006/main">
            <a:fld id="{620A7771-9D5A-4D61-8C66-60C88DB26C70}" type="datetimeFigureOut">
              <a:t>4/20/2026</a:t>
            </a:fld>
            <a:endParaRPr/>
          </a:p>
        </p:txBody>
      </p:sp>
      <p:sp>
        <p:nvSpPr>
          <p:cNvPr id="5" name="Footer Placeholder 4">
            <a:extLst xmlns:a="http://schemas.openxmlformats.org/drawingml/2006/main">
              <a:ext uri="{FF2B5EF4-FFF2-40B4-BE49-F238E27FC236}">
                <a16:creationId xmlns:a16="http://schemas.microsoft.com/office/drawing/2014/main" id="{C87D6C8F-E122-441D-85AE-BAD1583A4EA5}"/>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82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15C8BD47-8872-45F8-9C11-7C7B5D4AC1EB}"/>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82000"/>
                  </a:schemeClr>
                </a:solidFill>
              </a:defRPr>
            </a:lvl1pPr>
          </a:lstStyle>
          <a:p xmlns:a="http://schemas.openxmlformats.org/drawingml/2006/main">
            <a:fld id="{E087E326-E539-492D-9221-BBF0DE375B25}" type="slidenum">
              <a:t>‹#›</a:t>
            </a:fld>
            <a:endParaRPr/>
          </a:p>
        </p:txBody>
      </p:sp>
      <p:sp>
        <p:nvSpPr>
          <p:cNvPr id="12" name="alternate-master-accent">
            <a:extLst xmlns:a="http://schemas.openxmlformats.org/drawingml/2006/main">
              <a:ext uri="{FF2B5EF4-FFF2-40B4-BE49-F238E27FC236}">
                <a16:creationId xmlns:a16="http://schemas.microsoft.com/office/drawing/2014/main" id="{2E668EBD-2B38-4C86-8681-513DF9DAC41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FFB347"/>
          </a:solidFill>
          <a:ln xmlns:a="http://schemas.openxmlformats.org/drawingml/2006/main" w="0">
            <a:noFill/>
            <a:prstDash val="solid"/>
          </a:ln>
        </p:spPr>
      </p:sp>
    </p:spTree>
  </p:cSld>
  <p:clrMap bg1="lt1" tx1="dk1" bg2="lt2" tx2="dk2" accent1="accent1" accent2="accent2" accent3="accent3" accent4="accent4" accent5="accent5" accent6="accent6" hlink="hlink" folHlink="folHlink"/>
  <p:sldLayoutIdLst>
    <p:sldLayoutId xmlns:r="http://schemas.openxmlformats.org/officeDocument/2006/relationships" id="2147483661" r:id="R9ac0e3ffa6dd449e"/>
  </p:sldLayoutIdLst>
</p:sldMaster>
</file>

<file path=ppt/slideMasters/theme/theme2.xml><?xml version="1.0" encoding="utf-8"?>
<a:theme xmlns:a="http://schemas.openxmlformats.org/drawingml/2006/main" name="Office Theme">
  <a:themeElements>
    <a:clrScheme name="Custom">
      <a:dk1>
        <a:srgbClr val="10263F"/>
      </a:dk1>
      <a:lt1>
        <a:srgbClr val="F9F9F9"/>
      </a:lt1>
      <a:dk2>
        <a:srgbClr val="355A78"/>
      </a:dk2>
      <a:lt2>
        <a:srgbClr val="EEF8FF"/>
      </a:lt2>
      <a:accent1>
        <a:srgbClr val="1D6FA8"/>
      </a:accent1>
      <a:accent2>
        <a:srgbClr val="5AA9E6"/>
      </a:accent2>
      <a:accent3>
        <a:srgbClr val="7FC8F8"/>
      </a:accent3>
      <a:accent4>
        <a:srgbClr val="FFB347"/>
      </a:accent4>
      <a:accent5>
        <a:srgbClr val="FF6392"/>
      </a:accent5>
      <a:accent6>
        <a:srgbClr val="144F79"/>
      </a:accent6>
      <a:hlink>
        <a:srgbClr val="1D6FA8"/>
      </a:hlink>
      <a:folHlink>
        <a:srgbClr val="355A78"/>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Office Theme">
  <a:themeElements>
    <a:clrScheme name="Custom">
      <a:dk1>
        <a:srgbClr val="10263F"/>
      </a:dk1>
      <a:lt1>
        <a:srgbClr val="F9F9F9"/>
      </a:lt1>
      <a:dk2>
        <a:srgbClr val="355A78"/>
      </a:dk2>
      <a:lt2>
        <a:srgbClr val="EEF8FF"/>
      </a:lt2>
      <a:accent1>
        <a:srgbClr val="1D6FA8"/>
      </a:accent1>
      <a:accent2>
        <a:srgbClr val="5AA9E6"/>
      </a:accent2>
      <a:accent3>
        <a:srgbClr val="7FC8F8"/>
      </a:accent3>
      <a:accent4>
        <a:srgbClr val="FFB347"/>
      </a:accent4>
      <a:accent5>
        <a:srgbClr val="FF6392"/>
      </a:accent5>
      <a:accent6>
        <a:srgbClr val="144F79"/>
      </a:accent6>
      <a:hlink>
        <a:srgbClr val="1D6FA8"/>
      </a:hlink>
      <a:folHlink>
        <a:srgbClr val="355A78"/>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pseudosavant/markdown-pptx"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3.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4.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5.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3.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3.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png"/><Relationship Id="rId3" Type="http://schemas.openxmlformats.org/officeDocument/2006/relationships/video" Target="https://www.youtube.com/embed/aqz-KE-bpKQ" TargetMode="Externa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png"/><Relationship Id="rId3" Type="http://schemas.openxmlformats.org/officeDocument/2006/relationships/video" Target="https://www.youtube.com/embed/aqz-KE-bpKQ" TargetMode="Externa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png"/><Relationship Id="rId3" Type="http://schemas.openxmlformats.org/officeDocument/2006/relationships/video" Target="https://www.youtube.com/embed/aqz-KE-bpKQ" TargetMode="Externa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png"/><Relationship Id="rId3" Type="http://schemas.openxmlformats.org/officeDocument/2006/relationships/video" Target="https://www.youtube.com/embed/aqz-KE-bpKQ" TargetMode="Externa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hyperlink" Target="https://github.com/pseudosavant/markdown-pptx" TargetMode="Externa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hyperlink" Target="https://github.com/pseudosavant/markdown-pptx" TargetMode="Externa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2.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normAutofit/>
          </a:bodyPr>
          <a:lstStyle/>
          <a:p>
            <a:pPr>
              <a:defRPr>
                <a:solidFill>
                  <a:schemeClr val="accent6"/>
                </a:solidFill>
              </a:defRPr>
            </a:pPr>
            <a:r>
              <a:rPr>
                <a:solidFill>
                  <a:schemeClr val="accent6"/>
                </a:solidFill>
              </a:rPr>
              <a:t>markdown-pptx</a:t>
            </a:r>
            <a:endParaRPr>
              <a:solidFill>
                <a:schemeClr val="accent6"/>
              </a:solidFill>
            </a:endParaRPr>
          </a:p>
        </p:txBody>
      </p:sp>
      <p:sp>
        <p:nvSpPr>
          <p:cNvPr id="3" name="Subtitle 2"/>
          <p:cNvSpPr>
            <a:spLocks noGrp="1"/>
          </p:cNvSpPr>
          <p:nvPr>
            <p:ph type="subTitle" idx="1"/>
          </p:nvPr>
        </p:nvSpPr>
        <p:spPr/>
        <p:txBody>
          <a:bodyPr wrap="square">
            <a:normAutofit/>
          </a:bodyPr>
          <a:lstStyle/>
          <a:p>
            <a:pPr marL="0" indent="0">
              <a:buNone/>
              <a:defRPr>
                <a:solidFill>
                  <a:schemeClr val="dk1"/>
                </a:solidFill>
              </a:defRPr>
            </a:pPr>
            <a:r>
              <a:rPr b="0" i="0">
                <a:solidFill>
                  <a:schemeClr val="dk1"/>
                </a:solidFill>
                <a:latin typeface="+mn-lt"/>
                <a:ea typeface="+mn-ea"/>
                <a:cs typeface="+mn-cs"/>
              </a:rPr>
              <a:t>Markdown in. Editable PowerPoint out.</a:t>
            </a:r>
            <a:endParaRPr>
              <a:solidFill>
                <a:schemeClr val="dk1"/>
              </a:solidFill>
            </a:endParaRPr>
          </a:p>
          <a:p>
            <a:pPr marL="0" indent="0">
              <a:buNone/>
              <a:defRPr>
                <a:solidFill>
                  <a:schemeClr val="dk1"/>
                </a:solidFill>
              </a:defRPr>
            </a:pPr>
            <a:r>
              <a:rPr b="0" i="0">
                <a:solidFill>
                  <a:schemeClr val="dk1"/>
                </a:solidFill>
                <a:latin typeface="+mn-lt"/>
                <a:ea typeface="+mn-ea"/>
                <a:cs typeface="+mn-cs"/>
              </a:rPr>
              <a:t>Advanced showcase: deck defaults, slide settings, and element settings.</a:t>
            </a:r>
            <a:endParaRPr>
              <a:solidFill>
                <a:schemeClr val="dk1"/>
              </a:solidFill>
            </a:endParaR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pPr>
              <a:defRPr>
                <a:solidFill>
                  <a:schemeClr val="accent6"/>
                </a:solidFill>
              </a:defRPr>
            </a:pPr>
            <a:r>
              <a:rPr>
                <a:solidFill>
                  <a:schemeClr val="accent6"/>
                </a:solidFill>
              </a:rPr>
              <a:t>Slide metadata</a:t>
            </a:r>
            <a:endParaRPr>
              <a:solidFill>
                <a:schemeClr val="accent6"/>
              </a:solidFill>
            </a:endParaRPr>
          </a:p>
        </p:txBody>
      </p:sp>
      <p:sp>
        <p:nvSpPr>
          <p:cNvPr id="3" name="Text Placeholder 2"/>
          <p:cNvSpPr>
            <a:spLocks noGrp="1"/>
          </p:cNvSpPr>
          <p:nvPr>
            <p:ph type="body" idx="1"/>
          </p:nvPr>
        </p:nvSpPr>
        <p:spPr/>
        <p:txBody>
          <a:bodyPr wrap="square">
            <a:normAutofit/>
          </a:bodyPr>
          <a:lstStyle/>
          <a:p>
            <a:pPr marL="0" indent="0">
              <a:buNone/>
              <a:defRPr>
                <a:solidFill>
                  <a:schemeClr val="dk1"/>
                </a:solidFill>
              </a:defRPr>
            </a:pPr>
            <a:r>
              <a:rPr b="0" i="0">
                <a:solidFill>
                  <a:schemeClr val="dk1"/>
                </a:solidFill>
                <a:latin typeface="+mn-lt"/>
                <a:ea typeface="+mn-ea"/>
                <a:cs typeface="+mn-cs"/>
              </a:rPr>
              <a:t>The first group shows slide layouts, colors, backgrounds, notes, visibility, table styling, and media effects.</a:t>
            </a:r>
            <a:endParaRPr>
              <a:solidFill>
                <a:schemeClr val="dk1"/>
              </a:solidFill>
            </a:endParaR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pPr>
              <a:defRPr>
                <a:solidFill>
                  <a:schemeClr val="accent6"/>
                </a:solidFill>
              </a:defRPr>
            </a:pPr>
            <a:r>
              <a:rPr>
                <a:solidFill>
                  <a:schemeClr val="accent6"/>
                </a:solidFill>
              </a:rPr>
              <a:t>Deck defaults used by both groups</a:t>
            </a:r>
            <a:endParaRPr>
              <a:solidFill>
                <a:schemeClr val="accent6"/>
              </a:solidFill>
            </a:endParaRPr>
          </a:p>
        </p:txBody>
      </p:sp>
      <p:sp>
        <p:nvSpPr>
          <p:cNvPr id="3" name="Content Placeholder 2"/>
          <p:cNvSpPr>
            <a:spLocks noGrp="1"/>
          </p:cNvSpPr>
          <p:nvPr>
            <p:ph idx="1"/>
          </p:nvPr>
        </p:nvSpPr>
        <p:spPr/>
        <p:txBody>
          <a:bodyPr wrap="square">
            <a:normAutofit/>
          </a:bodyPr>
          <a:lstStyle/>
          <a:p>
            <a:pPr marL="0" indent="0">
              <a:buNone/>
              <a:defRPr>
                <a:solidFill>
                  <a:schemeClr val="dk1"/>
                </a:solidFill>
              </a:defRPr>
            </a:pPr>
            <a:r>
              <a:rPr b="0" i="0">
                <a:solidFill>
                  <a:schemeClr val="dk1"/>
                </a:solidFill>
                <a:latin typeface="+mn-lt"/>
                <a:ea typeface="+mn-ea"/>
                <a:cs typeface="+mn-cs"/>
              </a:rPr>
              <a:t>The opening deck comment sets layout, aspect ratio, fonts, theme colors, text colors, background, and code highlighting.</a:t>
            </a:r>
            <a:endParaRPr>
              <a:solidFill>
                <a:schemeClr val="dk1"/>
              </a:solidFill>
            </a:endParaRPr>
          </a:p>
          <a:p>
            <a:pPr marL="0" indent="0">
              <a:buNone/>
              <a:defRPr>
                <a:solidFill>
                  <a:schemeClr val="dk1"/>
                </a:solidFill>
              </a:defRPr>
            </a:pPr>
            <a:r>
              <a:rPr b="0" i="0">
                <a:solidFill>
                  <a:schemeClr val="dk1"/>
                </a:solidFill>
                <a:latin typeface="+mn-lt"/>
                <a:ea typeface="+mn-ea"/>
                <a:cs typeface="+mn-cs"/>
              </a:rPr>
              <a:t>It also supplies media and table placement, effects, and table-style defaults. Media defaults to center and top. Tables always stay top aligned.</a:t>
            </a:r>
            <a:endParaRPr>
              <a:solidFill>
                <a:schemeClr val="dk1"/>
              </a:solidFill>
            </a:endParaRPr>
          </a:p>
        </p:txBody>
      </p:sp>
      <p:sp>
        <p:nvSpPr>
          <p:cNvPr id="4" name="Content Placeholder 3"/>
          <p:cNvSpPr>
            <a:spLocks noGrp="1"/>
          </p:cNvSpPr>
          <p:nvPr>
            <p:ph idx="2"/>
          </p:nvPr>
        </p:nvSpPr>
        <p:spPr/>
        <p:txBody>
          <a:bodyPr wrap="square">
            <a:normAutofit/>
          </a:bodyPr>
          <a:lstStyle/>
          <a:p>
            <a:pPr marL="0" indent="0">
              <a:buNone/>
              <a:defRPr>
                <a:solidFill>
                  <a:schemeClr val="dk1"/>
                </a:solidFill>
              </a:defRPr>
            </a:pPr>
            <a:r>
              <a:rPr b="1" i="0">
                <a:solidFill>
                  <a:schemeClr val="accent1"/>
                </a:solidFill>
                <a:latin typeface="Consolas"/>
              </a:rPr>
              <a:t>layout</a:t>
            </a:r>
            <a:r>
              <a:rPr b="0" i="0">
                <a:solidFill>
                  <a:schemeClr val="dk1"/>
                </a:solidFill>
                <a:latin typeface="Consolas"/>
              </a:rPr>
              <a:t>:</a:t>
            </a:r>
            <a:r>
              <a:rPr b="0" i="0">
                <a:solidFill>
                  <a:schemeClr val="dk1"/>
                </a:solidFill>
                <a:latin typeface="Consolas"/>
              </a:rPr>
              <a:t> </a:t>
            </a:r>
            <a:r>
              <a:rPr b="0" i="0">
                <a:solidFill>
                  <a:schemeClr val="accent2">
                    <a:lumMod val="64227"/>
                  </a:schemeClr>
                </a:solidFill>
                <a:latin typeface="Consolas"/>
              </a:rPr>
              <a:t>Title</a:t>
            </a:r>
            <a:r>
              <a:rPr b="0" i="0">
                <a:solidFill>
                  <a:schemeClr val="accent2">
                    <a:lumMod val="64227"/>
                  </a:schemeClr>
                </a:solidFill>
                <a:latin typeface="Consolas"/>
              </a:rPr>
              <a:t> </a:t>
            </a:r>
            <a:r>
              <a:rPr b="0" i="0">
                <a:solidFill>
                  <a:schemeClr val="accent2">
                    <a:lumMod val="64227"/>
                  </a:schemeClr>
                </a:solidFill>
                <a:latin typeface="Consolas"/>
              </a:rPr>
              <a:t>Slide</a:t>
            </a:r>
            <a:br/>
            <a:r>
              <a:rPr b="1" i="0">
                <a:solidFill>
                  <a:schemeClr val="accent1"/>
                </a:solidFill>
                <a:latin typeface="Consolas"/>
              </a:rPr>
              <a:t>aspect_ratio</a:t>
            </a:r>
            <a:r>
              <a:rPr b="0" i="0">
                <a:solidFill>
                  <a:schemeClr val="dk1"/>
                </a:solidFill>
                <a:latin typeface="Consolas"/>
              </a:rPr>
              <a:t>:</a:t>
            </a:r>
            <a:r>
              <a:rPr b="0" i="0">
                <a:solidFill>
                  <a:schemeClr val="dk1"/>
                </a:solidFill>
                <a:latin typeface="Consolas"/>
              </a:rPr>
              <a:t> </a:t>
            </a:r>
            <a:r>
              <a:rPr b="0" i="0">
                <a:solidFill>
                  <a:schemeClr val="accent2">
                    <a:lumMod val="64227"/>
                  </a:schemeClr>
                </a:solidFill>
                <a:latin typeface="Consolas"/>
              </a:rPr>
              <a:t>"</a:t>
            </a:r>
            <a:r>
              <a:rPr b="0" i="0">
                <a:solidFill>
                  <a:schemeClr val="accent2">
                    <a:lumMod val="64227"/>
                  </a:schemeClr>
                </a:solidFill>
                <a:latin typeface="Consolas"/>
              </a:rPr>
              <a:t>16:9</a:t>
            </a:r>
            <a:r>
              <a:rPr b="0" i="0">
                <a:solidFill>
                  <a:schemeClr val="accent2">
                    <a:lumMod val="64227"/>
                  </a:schemeClr>
                </a:solidFill>
                <a:latin typeface="Consolas"/>
              </a:rPr>
              <a:t>"</a:t>
            </a:r>
            <a:br/>
            <a:r>
              <a:rPr b="1" i="0">
                <a:solidFill>
                  <a:schemeClr val="accent1"/>
                </a:solidFill>
                <a:latin typeface="Consolas"/>
              </a:rPr>
              <a:t>code_highlighting</a:t>
            </a:r>
            <a:r>
              <a:rPr b="0" i="0">
                <a:solidFill>
                  <a:schemeClr val="dk1"/>
                </a:solidFill>
                <a:latin typeface="Consolas"/>
              </a:rPr>
              <a:t>:</a:t>
            </a:r>
            <a:r>
              <a:rPr b="0" i="0">
                <a:solidFill>
                  <a:schemeClr val="dk1"/>
                </a:solidFill>
                <a:latin typeface="Consolas"/>
              </a:rPr>
              <a:t> </a:t>
            </a:r>
            <a:r>
              <a:rPr b="0" i="0">
                <a:solidFill>
                  <a:schemeClr val="accent2">
                    <a:lumMod val="64227"/>
                  </a:schemeClr>
                </a:solidFill>
                <a:latin typeface="Consolas"/>
              </a:rPr>
              <a:t>theme-dark</a:t>
            </a:r>
            <a:endParaRPr>
              <a:solidFill>
                <a:schemeClr val="dk1"/>
              </a:solidFill>
            </a:endParaRPr>
          </a:p>
          <a:p>
            <a:pPr marL="0" indent="0">
              <a:buNone/>
              <a:defRPr>
                <a:solidFill>
                  <a:schemeClr val="dk1"/>
                </a:solidFill>
              </a:defRPr>
            </a:pPr>
            <a:r>
              <a:rPr b="0" i="0">
                <a:solidFill>
                  <a:schemeClr val="dk1"/>
                </a:solidFill>
                <a:latin typeface="+mn-lt"/>
                <a:ea typeface="+mn-ea"/>
                <a:cs typeface="+mn-cs"/>
              </a:rPr>
              <a:t>A single content separator still selects Two Content.</a:t>
            </a:r>
            <a:endParaRPr>
              <a:solidFill>
                <a:schemeClr val="dk1"/>
              </a:solidFill>
            </a:endParaRP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pPr>
              <a:defRPr>
                <a:solidFill>
                  <a:schemeClr val="accent6"/>
                </a:solidFill>
              </a:defRPr>
            </a:pPr>
            <a:r>
              <a:rPr>
                <a:solidFill>
                  <a:schemeClr val="accent6"/>
                </a:solidFill>
              </a:rPr>
              <a:t>How the format works</a:t>
            </a:r>
            <a:endParaRPr>
              <a:solidFill>
                <a:schemeClr val="accent6"/>
              </a:solidFill>
            </a:endParaRPr>
          </a:p>
        </p:txBody>
      </p:sp>
      <p:sp>
        <p:nvSpPr>
          <p:cNvPr id="3" name="Content Placeholder 2"/>
          <p:cNvSpPr>
            <a:spLocks noGrp="1"/>
          </p:cNvSpPr>
          <p:nvPr>
            <p:ph idx="1"/>
          </p:nvPr>
        </p:nvSpPr>
        <p:spPr/>
        <p:txBody>
          <a:bodyPr wrap="square">
            <a:normAutofit/>
          </a:bodyPr>
          <a:lstStyle/>
          <a:p>
            <a:pPr marL="0" indent="0">
              <a:buNone/>
              <a:defRPr>
                <a:solidFill>
                  <a:schemeClr val="dk1"/>
                </a:solidFill>
              </a:defRPr>
            </a:pPr>
            <a:r>
              <a:rPr b="0" i="0">
                <a:solidFill>
                  <a:schemeClr val="dk1"/>
                </a:solidFill>
                <a:latin typeface="+mn-lt"/>
                <a:ea typeface="+mn-ea"/>
                <a:cs typeface="+mn-cs"/>
              </a:rPr>
              <a:t>An optional </a:t>
            </a:r>
            <a:r>
              <a:rPr b="0" i="0">
                <a:solidFill>
                  <a:schemeClr val="dk1"/>
                </a:solidFill>
                <a:latin typeface="Consolas"/>
              </a:rPr>
              <a:t>markdown-pptx:deck</a:t>
            </a:r>
            <a:r>
              <a:rPr b="0" i="0">
                <a:solidFill>
                  <a:schemeClr val="dk1"/>
                </a:solidFill>
                <a:latin typeface="+mn-lt"/>
                <a:ea typeface="+mn-ea"/>
                <a:cs typeface="+mn-cs"/>
              </a:rPr>
              <a:t> comment sets deck-wide defaults such as aspect ratio, fonts, colors, and background behavior.</a:t>
            </a:r>
            <a:endParaRPr>
              <a:solidFill>
                <a:schemeClr val="dk1"/>
              </a:solidFill>
            </a:endParaRPr>
          </a:p>
          <a:p>
            <a:pPr marL="0" indent="0">
              <a:buNone/>
              <a:defRPr>
                <a:solidFill>
                  <a:schemeClr val="dk1"/>
                </a:solidFill>
              </a:defRPr>
            </a:pPr>
            <a:r>
              <a:rPr b="0" i="0">
                <a:solidFill>
                  <a:schemeClr val="dk1"/>
                </a:solidFill>
                <a:latin typeface="+mn-lt"/>
                <a:ea typeface="+mn-ea"/>
                <a:cs typeface="+mn-cs"/>
              </a:rPr>
              <a:t>Each ATX </a:t>
            </a:r>
            <a:r>
              <a:rPr b="0" i="0">
                <a:solidFill>
                  <a:schemeClr val="dk1"/>
                </a:solidFill>
                <a:latin typeface="Consolas"/>
              </a:rPr>
              <a:t># H1</a:t>
            </a:r>
            <a:r>
              <a:rPr b="0" i="0">
                <a:solidFill>
                  <a:schemeClr val="dk1"/>
                </a:solidFill>
                <a:latin typeface="+mn-lt"/>
                <a:ea typeface="+mn-ea"/>
                <a:cs typeface="+mn-cs"/>
              </a:rPr>
              <a:t> or Setext H1 starts a new slide. An optional </a:t>
            </a:r>
            <a:r>
              <a:rPr b="0" i="0">
                <a:solidFill>
                  <a:schemeClr val="dk1"/>
                </a:solidFill>
                <a:latin typeface="Consolas"/>
              </a:rPr>
              <a:t>markdown-pptx:slide</a:t>
            </a:r>
            <a:r>
              <a:rPr b="0" i="0">
                <a:solidFill>
                  <a:schemeClr val="dk1"/>
                </a:solidFill>
                <a:latin typeface="+mn-lt"/>
                <a:ea typeface="+mn-ea"/>
                <a:cs typeface="+mn-cs"/>
              </a:rPr>
              <a:t> comment appears immediately after the heading. Everything until the next H1 belongs to that slide.</a:t>
            </a:r>
            <a:endParaRPr>
              <a:solidFill>
                <a:schemeClr val="dk1"/>
              </a:solidFill>
            </a:endParaRPr>
          </a:p>
          <a:p>
            <a:pPr marL="0" indent="0">
              <a:buNone/>
              <a:defRPr>
                <a:solidFill>
                  <a:schemeClr val="dk1"/>
                </a:solidFill>
              </a:defRPr>
            </a:pPr>
            <a:r>
              <a:rPr b="0" i="0">
                <a:solidFill>
                  <a:schemeClr val="dk1"/>
                </a:solidFill>
                <a:latin typeface="+mn-lt"/>
                <a:ea typeface="+mn-ea"/>
                <a:cs typeface="+mn-cs"/>
              </a:rPr>
              <a:t>One top-level thematic break infers Two Content when there is no explicit slide layout.</a:t>
            </a:r>
            <a:endParaRPr>
              <a:solidFill>
                <a:schemeClr val="dk1"/>
              </a:solidFill>
            </a:endParaRP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pPr>
              <a:defRPr>
                <a:solidFill>
                  <a:schemeClr val="accent6"/>
                </a:solidFill>
              </a:defRPr>
            </a:pPr>
            <a:r>
              <a:rPr>
                <a:solidFill>
                  <a:schemeClr val="accent6"/>
                </a:solidFill>
              </a:rPr>
              <a:t>Inspection-friendly CLI modes</a:t>
            </a:r>
            <a:endParaRPr>
              <a:solidFill>
                <a:schemeClr val="accent6"/>
              </a:solidFill>
            </a:endParaRPr>
          </a:p>
        </p:txBody>
      </p:sp>
      <p:sp>
        <p:nvSpPr>
          <p:cNvPr id="3" name="Content Placeholder 2"/>
          <p:cNvSpPr>
            <a:spLocks noGrp="1"/>
          </p:cNvSpPr>
          <p:nvPr>
            <p:ph idx="1"/>
          </p:nvPr>
        </p:nvSpPr>
        <p:spPr/>
        <p:txBody>
          <a:bodyPr wrap="square">
            <a:normAutofit/>
          </a:bodyPr>
          <a:lstStyle/>
          <a:p>
            <a:pPr marL="0" indent="0">
              <a:buNone/>
              <a:defRPr>
                <a:solidFill>
                  <a:schemeClr val="dk1"/>
                </a:solidFill>
              </a:defRPr>
            </a:pPr>
            <a:r>
              <a:rPr b="0" i="0">
                <a:solidFill>
                  <a:schemeClr val="dk1"/>
                </a:solidFill>
                <a:latin typeface="+mn-lt"/>
                <a:ea typeface="+mn-ea"/>
                <a:cs typeface="+mn-cs"/>
              </a:rPr>
              <a:t>Use </a:t>
            </a:r>
            <a:r>
              <a:rPr b="0" i="0">
                <a:solidFill>
                  <a:schemeClr val="dk1"/>
                </a:solidFill>
                <a:latin typeface="Consolas"/>
              </a:rPr>
              <a:t>--syntax</a:t>
            </a:r>
            <a:r>
              <a:rPr b="0" i="0">
                <a:solidFill>
                  <a:schemeClr val="dk1"/>
                </a:solidFill>
                <a:latin typeface="+mn-lt"/>
                <a:ea typeface="+mn-ea"/>
                <a:cs typeface="+mn-cs"/>
              </a:rPr>
              <a:t> to print the supported deck format, </a:t>
            </a:r>
            <a:r>
              <a:rPr b="0" i="0">
                <a:solidFill>
                  <a:schemeClr val="dk1"/>
                </a:solidFill>
                <a:latin typeface="Consolas"/>
              </a:rPr>
              <a:t>--list-masters</a:t>
            </a:r>
            <a:r>
              <a:rPr b="0" i="0">
                <a:solidFill>
                  <a:schemeClr val="dk1"/>
                </a:solidFill>
                <a:latin typeface="+mn-lt"/>
                <a:ea typeface="+mn-ea"/>
                <a:cs typeface="+mn-cs"/>
              </a:rPr>
              <a:t> to inspect a template's slide masters, </a:t>
            </a:r>
            <a:r>
              <a:rPr b="0" i="0">
                <a:solidFill>
                  <a:schemeClr val="dk1"/>
                </a:solidFill>
                <a:latin typeface="Consolas"/>
              </a:rPr>
              <a:t>--list-layouts</a:t>
            </a:r>
            <a:r>
              <a:rPr b="0" i="0">
                <a:solidFill>
                  <a:schemeClr val="dk1"/>
                </a:solidFill>
                <a:latin typeface="+mn-lt"/>
                <a:ea typeface="+mn-ea"/>
                <a:cs typeface="+mn-cs"/>
              </a:rPr>
              <a:t> to inspect layouts on a selected master, and </a:t>
            </a:r>
            <a:r>
              <a:rPr b="0" i="0">
                <a:solidFill>
                  <a:schemeClr val="dk1"/>
                </a:solidFill>
                <a:latin typeface="Consolas"/>
              </a:rPr>
              <a:t>--list-color-schemes</a:t>
            </a:r>
            <a:r>
              <a:rPr b="0" i="0">
                <a:solidFill>
                  <a:schemeClr val="dk1"/>
                </a:solidFill>
                <a:latin typeface="+mn-lt"/>
                <a:ea typeface="+mn-ea"/>
                <a:cs typeface="+mn-cs"/>
              </a:rPr>
              <a:t> to see the built-in theme presets.</a:t>
            </a:r>
            <a:endParaRPr>
              <a:solidFill>
                <a:schemeClr val="dk1"/>
              </a:solidFill>
            </a:endParaRPr>
          </a:p>
          <a:p>
            <a:pPr marL="0" indent="0">
              <a:buNone/>
              <a:defRPr>
                <a:solidFill>
                  <a:schemeClr val="dk1"/>
                </a:solidFill>
              </a:defRPr>
            </a:pPr>
            <a:r>
              <a:rPr b="0" i="0">
                <a:solidFill>
                  <a:schemeClr val="dk1"/>
                </a:solidFill>
                <a:latin typeface="+mn-lt"/>
                <a:ea typeface="+mn-ea"/>
                <a:cs typeface="+mn-cs"/>
              </a:rPr>
              <a:t>Add </a:t>
            </a:r>
            <a:r>
              <a:rPr b="0" i="0">
                <a:solidFill>
                  <a:schemeClr val="dk1"/>
                </a:solidFill>
                <a:latin typeface="Consolas"/>
              </a:rPr>
              <a:t>--json</a:t>
            </a:r>
            <a:r>
              <a:rPr b="0" i="0">
                <a:solidFill>
                  <a:schemeClr val="dk1"/>
                </a:solidFill>
                <a:latin typeface="+mn-lt"/>
                <a:ea typeface="+mn-ea"/>
                <a:cs typeface="+mn-cs"/>
              </a:rPr>
              <a:t> for structured results. Master and layout inspection report names, indices, placeholder inventory, and compatibility so people and coding agents can discover valid inputs before generating a deck.</a:t>
            </a:r>
            <a:endParaRPr>
              <a:solidFill>
                <a:schemeClr val="dk1"/>
              </a:solidFill>
            </a:endParaRP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pPr>
              <a:defRPr>
                <a:solidFill>
                  <a:schemeClr val="accent6"/>
                </a:solidFill>
              </a:defRPr>
            </a:pPr>
            <a:r>
              <a:rPr>
                <a:solidFill>
                  <a:schemeClr val="accent6"/>
                </a:solidFill>
              </a:rPr>
              <a:t>Master and layout selection</a:t>
            </a:r>
            <a:endParaRPr>
              <a:solidFill>
                <a:schemeClr val="accent6"/>
              </a:solidFill>
            </a:endParaRPr>
          </a:p>
        </p:txBody>
      </p:sp>
      <p:sp>
        <p:nvSpPr>
          <p:cNvPr id="3" name="Content Placeholder 2"/>
          <p:cNvSpPr>
            <a:spLocks noGrp="1"/>
          </p:cNvSpPr>
          <p:nvPr>
            <p:ph idx="1"/>
          </p:nvPr>
        </p:nvSpPr>
        <p:spPr/>
        <p:txBody>
          <a:bodyPr wrap="square">
            <a:normAutofit/>
          </a:bodyPr>
          <a:lstStyle/>
          <a:p>
            <a:pPr marL="0" indent="0">
              <a:buNone/>
              <a:defRPr>
                <a:solidFill>
                  <a:schemeClr val="dk1"/>
                </a:solidFill>
              </a:defRPr>
            </a:pPr>
            <a:r>
              <a:rPr b="0" i="0">
                <a:solidFill>
                  <a:schemeClr val="dk1"/>
                </a:solidFill>
                <a:latin typeface="+mn-lt"/>
                <a:ea typeface="+mn-ea"/>
                <a:cs typeface="+mn-cs"/>
              </a:rPr>
              <a:t>This slide uses the template's </a:t>
            </a:r>
            <a:r>
              <a:rPr b="0" i="0">
                <a:solidFill>
                  <a:schemeClr val="dk1"/>
                </a:solidFill>
                <a:latin typeface="Consolas"/>
              </a:rPr>
              <a:t>Showcase Alternate</a:t>
            </a:r>
            <a:r>
              <a:rPr b="0" i="0">
                <a:solidFill>
                  <a:schemeClr val="dk1"/>
                </a:solidFill>
                <a:latin typeface="+mn-lt"/>
                <a:ea typeface="+mn-ea"/>
                <a:cs typeface="+mn-cs"/>
              </a:rPr>
              <a:t> master while the rest of the deck defaults to master 1. Templates keep every embedded master in the output.</a:t>
            </a:r>
            <a:endParaRPr>
              <a:solidFill>
                <a:schemeClr val="dk1"/>
              </a:solidFill>
            </a:endParaRPr>
          </a:p>
          <a:p>
            <a:pPr marL="0" indent="0">
              <a:buNone/>
              <a:defRPr>
                <a:solidFill>
                  <a:schemeClr val="dk1"/>
                </a:solidFill>
              </a:defRPr>
            </a:pPr>
            <a:r>
              <a:rPr b="0" i="0">
                <a:solidFill>
                  <a:schemeClr val="dk1"/>
                </a:solidFill>
                <a:latin typeface="+mn-lt"/>
                <a:ea typeface="+mn-ea"/>
                <a:cs typeface="+mn-cs"/>
              </a:rPr>
              <a:t>Master selection uses slide metadata first, then the CLI default, then master 1. Layout names are resolved within the selected master.</a:t>
            </a:r>
            <a:endParaRPr>
              <a:solidFill>
                <a:schemeClr val="dk1"/>
              </a:solidFill>
            </a:endParaRP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pPr>
              <a:defRPr>
                <a:solidFill>
                  <a:schemeClr val="accent6"/>
                </a:solidFill>
              </a:defRPr>
            </a:pPr>
            <a:r>
              <a:rPr>
                <a:solidFill>
                  <a:schemeClr val="accent6"/>
                </a:solidFill>
              </a:rPr>
              <a:t>Agent skill support</a:t>
            </a:r>
            <a:endParaRPr>
              <a:solidFill>
                <a:schemeClr val="accent6"/>
              </a:solidFill>
            </a:endParaRPr>
          </a:p>
        </p:txBody>
      </p:sp>
      <p:sp>
        <p:nvSpPr>
          <p:cNvPr id="3" name="Content Placeholder 2"/>
          <p:cNvSpPr>
            <a:spLocks noGrp="1"/>
          </p:cNvSpPr>
          <p:nvPr>
            <p:ph idx="1"/>
          </p:nvPr>
        </p:nvSpPr>
        <p:spPr/>
        <p:txBody>
          <a:bodyPr wrap="square">
            <a:normAutofit/>
          </a:bodyPr>
          <a:lstStyle/>
          <a:p>
            <a:pPr marL="0" indent="0">
              <a:buNone/>
              <a:defRPr>
                <a:solidFill>
                  <a:schemeClr val="dk1"/>
                </a:solidFill>
              </a:defRPr>
            </a:pPr>
            <a:r>
              <a:rPr b="0" i="0">
                <a:solidFill>
                  <a:schemeClr val="dk1"/>
                </a:solidFill>
                <a:latin typeface="+mn-lt"/>
                <a:ea typeface="+mn-ea"/>
                <a:cs typeface="+mn-cs"/>
              </a:rPr>
              <a:t>Run </a:t>
            </a:r>
            <a:r>
              <a:rPr b="0" i="0">
                <a:solidFill>
                  <a:schemeClr val="dk1"/>
                </a:solidFill>
                <a:latin typeface="Consolas"/>
              </a:rPr>
              <a:t>uvx markdown-pptx skill install</a:t>
            </a:r>
            <a:r>
              <a:rPr b="0" i="0">
                <a:solidFill>
                  <a:schemeClr val="dk1"/>
                </a:solidFill>
                <a:latin typeface="+mn-lt"/>
                <a:ea typeface="+mn-ea"/>
                <a:cs typeface="+mn-cs"/>
              </a:rPr>
              <a:t> to install the managed agent skill under </a:t>
            </a:r>
            <a:r>
              <a:rPr b="0" i="0">
                <a:solidFill>
                  <a:schemeClr val="dk1"/>
                </a:solidFill>
                <a:latin typeface="Consolas"/>
              </a:rPr>
              <a:t>~/.agents/skills</a:t>
            </a:r>
            <a:r>
              <a:rPr b="0" i="0">
                <a:solidFill>
                  <a:schemeClr val="dk1"/>
                </a:solidFill>
                <a:latin typeface="+mn-lt"/>
                <a:ea typeface="+mn-ea"/>
                <a:cs typeface="+mn-cs"/>
              </a:rPr>
              <a:t>, or </a:t>
            </a:r>
            <a:r>
              <a:rPr b="0" i="0">
                <a:solidFill>
                  <a:schemeClr val="dk1"/>
                </a:solidFill>
                <a:latin typeface="Consolas"/>
              </a:rPr>
              <a:t>uvx markdown-pptx skill remove</a:t>
            </a:r>
            <a:r>
              <a:rPr b="0" i="0">
                <a:solidFill>
                  <a:schemeClr val="dk1"/>
                </a:solidFill>
                <a:latin typeface="+mn-lt"/>
                <a:ea typeface="+mn-ea"/>
                <a:cs typeface="+mn-cs"/>
              </a:rPr>
              <a:t> to remove it safely.</a:t>
            </a:r>
            <a:endParaRPr>
              <a:solidFill>
                <a:schemeClr val="dk1"/>
              </a:solidFill>
            </a:endParaRPr>
          </a:p>
          <a:p>
            <a:pPr marL="0" indent="0">
              <a:buNone/>
              <a:defRPr>
                <a:solidFill>
                  <a:schemeClr val="dk1"/>
                </a:solidFill>
              </a:defRPr>
            </a:pPr>
            <a:r>
              <a:rPr b="0" i="0">
                <a:solidFill>
                  <a:schemeClr val="dk1"/>
                </a:solidFill>
                <a:latin typeface="+mn-lt"/>
                <a:ea typeface="+mn-ea"/>
                <a:cs typeface="+mn-cs"/>
              </a:rPr>
              <a:t>The skill teaches agents to inspect syntax, masters, and layouts; prefer structured output; respect overwrite safety; and handle local or remote images predictably.</a:t>
            </a:r>
            <a:endParaRPr>
              <a:solidFill>
                <a:schemeClr val="dk1"/>
              </a:solidFill>
            </a:endParaRP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pPr>
              <a:defRPr>
                <a:solidFill>
                  <a:schemeClr val="accent6"/>
                </a:solidFill>
              </a:defRPr>
            </a:pPr>
            <a:r>
              <a:rPr>
                <a:solidFill>
                  <a:schemeClr val="accent6"/>
                </a:solidFill>
              </a:rPr>
              <a:t>Color and template control</a:t>
            </a:r>
            <a:endParaRPr>
              <a:solidFill>
                <a:schemeClr val="accent6"/>
              </a:solidFill>
            </a:endParaRPr>
          </a:p>
        </p:txBody>
      </p:sp>
      <p:sp>
        <p:nvSpPr>
          <p:cNvPr id="3" name="Content Placeholder 2"/>
          <p:cNvSpPr>
            <a:spLocks noGrp="1"/>
          </p:cNvSpPr>
          <p:nvPr>
            <p:ph idx="1"/>
          </p:nvPr>
        </p:nvSpPr>
        <p:spPr/>
        <p:txBody>
          <a:bodyPr wrap="square">
            <a:normAutofit/>
          </a:bodyPr>
          <a:lstStyle/>
          <a:p>
            <a:pPr marL="0" indent="0">
              <a:buNone/>
              <a:defRPr>
                <a:solidFill>
                  <a:schemeClr val="dk1"/>
                </a:solidFill>
              </a:defRPr>
            </a:pPr>
            <a:r>
              <a:rPr b="0" i="0">
                <a:solidFill>
                  <a:schemeClr val="dk1"/>
                </a:solidFill>
                <a:latin typeface="+mn-lt"/>
                <a:ea typeface="+mn-ea"/>
                <a:cs typeface="+mn-cs"/>
              </a:rPr>
              <a:t>Markdown can set document-level and slide-level colors with </a:t>
            </a:r>
            <a:r>
              <a:rPr b="0" i="0">
                <a:solidFill>
                  <a:schemeClr val="dk1"/>
                </a:solidFill>
                <a:latin typeface="Consolas"/>
              </a:rPr>
              <a:t>color_scheme</a:t>
            </a:r>
            <a:r>
              <a:rPr b="0" i="0">
                <a:solidFill>
                  <a:schemeClr val="dk1"/>
                </a:solidFill>
                <a:latin typeface="+mn-lt"/>
                <a:ea typeface="+mn-ea"/>
                <a:cs typeface="+mn-cs"/>
              </a:rPr>
              <a:t>, </a:t>
            </a:r>
            <a:r>
              <a:rPr b="0" i="0">
                <a:solidFill>
                  <a:schemeClr val="dk1"/>
                </a:solidFill>
                <a:latin typeface="Consolas"/>
              </a:rPr>
              <a:t>title_color</a:t>
            </a:r>
            <a:r>
              <a:rPr b="0" i="0">
                <a:solidFill>
                  <a:schemeClr val="dk1"/>
                </a:solidFill>
                <a:latin typeface="+mn-lt"/>
                <a:ea typeface="+mn-ea"/>
                <a:cs typeface="+mn-cs"/>
              </a:rPr>
              <a:t>, </a:t>
            </a:r>
            <a:r>
              <a:rPr b="0" i="0">
                <a:solidFill>
                  <a:schemeClr val="dk1"/>
                </a:solidFill>
                <a:latin typeface="Consolas"/>
              </a:rPr>
              <a:t>body_color</a:t>
            </a:r>
            <a:r>
              <a:rPr b="0" i="0">
                <a:solidFill>
                  <a:schemeClr val="dk1"/>
                </a:solidFill>
                <a:latin typeface="+mn-lt"/>
                <a:ea typeface="+mn-ea"/>
                <a:cs typeface="+mn-cs"/>
              </a:rPr>
              <a:t>, and background values such as solid colors, gradients, and images.</a:t>
            </a:r>
            <a:endParaRPr>
              <a:solidFill>
                <a:schemeClr val="dk1"/>
              </a:solidFill>
            </a:endParaRPr>
          </a:p>
          <a:p>
            <a:pPr marL="0" indent="0">
              <a:buNone/>
              <a:defRPr>
                <a:solidFill>
                  <a:schemeClr val="dk1"/>
                </a:solidFill>
              </a:defRPr>
            </a:pPr>
            <a:r>
              <a:rPr b="0" i="0">
                <a:solidFill>
                  <a:schemeClr val="dk1"/>
                </a:solidFill>
                <a:latin typeface="+mn-lt"/>
                <a:ea typeface="+mn-ea"/>
                <a:cs typeface="+mn-cs"/>
              </a:rPr>
              <a:t>When a template already has the colors you want, </a:t>
            </a:r>
            <a:r>
              <a:rPr b="0" i="0">
                <a:solidFill>
                  <a:schemeClr val="dk1"/>
                </a:solidFill>
                <a:latin typeface="Consolas"/>
              </a:rPr>
              <a:t>--ignore-document-colors</a:t>
            </a:r>
            <a:r>
              <a:rPr b="0" i="0">
                <a:solidFill>
                  <a:schemeClr val="dk1"/>
                </a:solidFill>
                <a:latin typeface="+mn-lt"/>
                <a:ea typeface="+mn-ea"/>
                <a:cs typeface="+mn-cs"/>
              </a:rPr>
              <a:t> and </a:t>
            </a:r>
            <a:r>
              <a:rPr b="0" i="0">
                <a:solidFill>
                  <a:schemeClr val="dk1"/>
                </a:solidFill>
                <a:latin typeface="Consolas"/>
              </a:rPr>
              <a:t>--ignore-slide-colors</a:t>
            </a:r>
            <a:r>
              <a:rPr b="0" i="0">
                <a:solidFill>
                  <a:schemeClr val="dk1"/>
                </a:solidFill>
                <a:latin typeface="+mn-lt"/>
                <a:ea typeface="+mn-ea"/>
                <a:cs typeface="+mn-cs"/>
              </a:rPr>
              <a:t> let the template remain the source of truth for those color settings.</a:t>
            </a:r>
            <a:endParaRPr>
              <a:solidFill>
                <a:schemeClr val="dk1"/>
              </a:solidFill>
            </a:endParaRP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DDEEFF"/>
        </a:solidFill>
        <a:effectLst/>
      </p:bgPr>
    </p:bg>
    <p:spTree>
      <p:nvGrpSpPr>
        <p:cNvPr id="1" name=""/>
        <p:cNvGrpSpPr/>
        <p:nvPr/>
      </p:nvGrpSpPr>
      <p:grpSpPr/>
      <p:sp>
        <p:nvSpPr>
          <p:cNvPr id="2" name="Title 1"/>
          <p:cNvSpPr>
            <a:spLocks noGrp="1"/>
          </p:cNvSpPr>
          <p:nvPr>
            <p:ph type="title"/>
          </p:nvPr>
        </p:nvSpPr>
        <p:spPr/>
        <p:txBody>
          <a:bodyPr>
            <a:normAutofit/>
          </a:bodyPr>
          <a:lstStyle/>
          <a:p>
            <a:pPr>
              <a:defRPr>
                <a:solidFill>
                  <a:srgbClr val="1D72AA"/>
                </a:solidFill>
              </a:defRPr>
            </a:pPr>
            <a:r>
              <a:rPr>
                <a:solidFill>
                  <a:srgbClr val="1D72AA"/>
                </a:solidFill>
              </a:rPr>
              <a:t>Supported color formats</a:t>
            </a:r>
            <a:endParaRPr>
              <a:solidFill>
                <a:srgbClr val="1D72AA"/>
              </a:solidFill>
            </a:endParaRPr>
          </a:p>
        </p:txBody>
      </p:sp>
      <p:sp>
        <p:nvSpPr>
          <p:cNvPr id="3" name="Content Placeholder 2"/>
          <p:cNvSpPr>
            <a:spLocks noGrp="1"/>
          </p:cNvSpPr>
          <p:nvPr>
            <p:ph idx="1"/>
          </p:nvPr>
        </p:nvSpPr>
        <p:spPr/>
        <p:txBody>
          <a:bodyPr wrap="square">
            <a:normAutofit/>
          </a:bodyPr>
          <a:lstStyle/>
          <a:p>
            <a:pPr marL="0" indent="0">
              <a:buNone/>
              <a:defRPr>
                <a:solidFill>
                  <a:srgbClr val="10263F"/>
                </a:solidFill>
              </a:defRPr>
            </a:pPr>
            <a:r>
              <a:rPr b="0" i="0">
                <a:solidFill>
                  <a:srgbClr val="10263F"/>
                </a:solidFill>
                <a:latin typeface="+mn-lt"/>
                <a:ea typeface="+mn-ea"/>
                <a:cs typeface="+mn-cs"/>
              </a:rPr>
              <a:t>Colors accept short or long hex, RGB, HSL, and PowerPoint theme references such as </a:t>
            </a:r>
            <a:r>
              <a:rPr b="0" i="0">
                <a:solidFill>
                  <a:srgbClr val="10263F"/>
                </a:solidFill>
                <a:latin typeface="Consolas"/>
              </a:rPr>
              <a:t>var(--accent-1)</a:t>
            </a:r>
            <a:r>
              <a:rPr b="0" i="0">
                <a:solidFill>
                  <a:srgbClr val="10263F"/>
                </a:solidFill>
                <a:latin typeface="+mn-lt"/>
                <a:ea typeface="+mn-ea"/>
                <a:cs typeface="+mn-cs"/>
              </a:rPr>
              <a:t>.</a:t>
            </a:r>
            <a:endParaRPr>
              <a:solidFill>
                <a:srgbClr val="10263F"/>
              </a:solidFill>
            </a:endParaRP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gradFill rotWithShape="1">
          <a:gsLst>
            <a:gs pos="0">
              <a:schemeClr val="dk1"/>
            </a:gs>
            <a:gs pos="20000">
              <a:schemeClr val="dk1"/>
            </a:gs>
            <a:gs pos="20000">
              <a:schemeClr val="lt1"/>
            </a:gs>
            <a:gs pos="27273">
              <a:schemeClr val="lt1"/>
            </a:gs>
            <a:gs pos="27273">
              <a:schemeClr val="dk2"/>
            </a:gs>
            <a:gs pos="34545">
              <a:schemeClr val="dk2"/>
            </a:gs>
            <a:gs pos="34545">
              <a:schemeClr val="lt2"/>
            </a:gs>
            <a:gs pos="41818">
              <a:schemeClr val="lt2"/>
            </a:gs>
            <a:gs pos="41818">
              <a:schemeClr val="accent1"/>
            </a:gs>
            <a:gs pos="49091">
              <a:schemeClr val="accent1"/>
            </a:gs>
            <a:gs pos="49091">
              <a:schemeClr val="accent2"/>
            </a:gs>
            <a:gs pos="56364">
              <a:schemeClr val="accent2"/>
            </a:gs>
            <a:gs pos="56364">
              <a:schemeClr val="accent3"/>
            </a:gs>
            <a:gs pos="63636">
              <a:schemeClr val="accent3"/>
            </a:gs>
            <a:gs pos="63636">
              <a:schemeClr val="accent4"/>
            </a:gs>
            <a:gs pos="70909">
              <a:schemeClr val="accent4"/>
            </a:gs>
            <a:gs pos="70909">
              <a:schemeClr val="accent5"/>
            </a:gs>
            <a:gs pos="78182">
              <a:schemeClr val="accent5"/>
            </a:gs>
            <a:gs pos="78182">
              <a:schemeClr val="accent6"/>
            </a:gs>
            <a:gs pos="85455">
              <a:schemeClr val="accent6"/>
            </a:gs>
            <a:gs pos="85455">
              <a:schemeClr val="hlink"/>
            </a:gs>
            <a:gs pos="92727">
              <a:schemeClr val="hlink"/>
            </a:gs>
            <a:gs pos="92727">
              <a:schemeClr val="folHlink"/>
            </a:gs>
            <a:gs pos="100000">
              <a:schemeClr val="folHlink"/>
            </a:gs>
          </a:gsLst>
          <a:lin ang="5400000" scaled="0"/>
        </a:gradFill>
        <a:effectLst/>
      </p:bgPr>
    </p:bg>
    <p:spTree>
      <p:nvGrpSpPr>
        <p:cNvPr id="1" name=""/>
        <p:cNvGrpSpPr/>
        <p:nvPr/>
      </p:nvGrpSpPr>
      <p:grpSpPr/>
      <p:sp>
        <p:nvSpPr>
          <p:cNvPr id="2" name="Title 1"/>
          <p:cNvSpPr>
            <a:spLocks noGrp="1"/>
          </p:cNvSpPr>
          <p:nvPr>
            <p:ph type="title"/>
          </p:nvPr>
        </p:nvSpPr>
        <p:spPr/>
        <p:txBody>
          <a:bodyPr>
            <a:normAutofit/>
          </a:bodyPr>
          <a:lstStyle/>
          <a:p>
            <a:pPr>
              <a:defRPr>
                <a:solidFill>
                  <a:schemeClr val="lt1"/>
                </a:solidFill>
              </a:defRPr>
            </a:pPr>
            <a:r>
              <a:rPr>
                <a:solidFill>
                  <a:schemeClr val="lt1"/>
                </a:solidFill>
              </a:rPr>
              <a:t>Every PowerPoint theme color</a:t>
            </a:r>
            <a:endParaRPr>
              <a:solidFill>
                <a:schemeClr val="lt1"/>
              </a:solidFill>
            </a:endParaRP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pPr>
              <a:defRPr>
                <a:solidFill>
                  <a:schemeClr val="accent6"/>
                </a:solidFill>
              </a:defRPr>
            </a:pPr>
            <a:r>
              <a:rPr>
                <a:solidFill>
                  <a:schemeClr val="accent6"/>
                </a:solidFill>
              </a:rPr>
              <a:t>Feature examples</a:t>
            </a:r>
            <a:endParaRPr>
              <a:solidFill>
                <a:schemeClr val="accent6"/>
              </a:solidFill>
            </a:endParaRPr>
          </a:p>
        </p:txBody>
      </p:sp>
      <p:sp>
        <p:nvSpPr>
          <p:cNvPr id="3" name="Text Placeholder 2"/>
          <p:cNvSpPr>
            <a:spLocks noGrp="1"/>
          </p:cNvSpPr>
          <p:nvPr>
            <p:ph type="body" idx="1"/>
          </p:nvPr>
        </p:nvSpPr>
        <p:spPr/>
        <p:txBody>
          <a:bodyPr wrap="square">
            <a:normAutofit/>
          </a:bodyPr>
          <a:lstStyle/>
          <a:p>
            <a:pPr marL="0" indent="0">
              <a:buNone/>
              <a:defRPr>
                <a:solidFill>
                  <a:schemeClr val="dk1"/>
                </a:solidFill>
              </a:defRPr>
            </a:pPr>
            <a:r>
              <a:rPr b="0" i="0">
                <a:solidFill>
                  <a:schemeClr val="dk1"/>
                </a:solidFill>
                <a:latin typeface="+mn-lt"/>
                <a:ea typeface="+mn-ea"/>
                <a:cs typeface="+mn-cs"/>
              </a:rPr>
              <a:t>Each slide after this one isolates a single </a:t>
            </a:r>
            <a:r>
              <a:rPr b="0" i="0">
                <a:solidFill>
                  <a:schemeClr val="dk1"/>
                </a:solidFill>
                <a:latin typeface="Consolas"/>
              </a:rPr>
              <a:t>markdown-pptx</a:t>
            </a:r>
            <a:r>
              <a:rPr b="0" i="0">
                <a:solidFill>
                  <a:schemeClr val="dk1"/>
                </a:solidFill>
                <a:latin typeface="+mn-lt"/>
                <a:ea typeface="+mn-ea"/>
                <a:cs typeface="+mn-cs"/>
              </a:rPr>
              <a:t> feature.</a:t>
            </a:r>
            <a:endParaRPr>
              <a:solidFill>
                <a:schemeClr val="dk1"/>
              </a:solidFill>
            </a:endParaRP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normAutofit/>
          </a:bodyPr>
          <a:lstStyle/>
          <a:p>
            <a:pPr>
              <a:defRPr>
                <a:solidFill>
                  <a:schemeClr val="accent6"/>
                </a:solidFill>
              </a:defRPr>
            </a:pPr>
            <a:r>
              <a:rPr>
                <a:solidFill>
                  <a:schemeClr val="accent6"/>
                </a:solidFill>
              </a:rPr>
              <a:t>Title Slide layout</a:t>
            </a:r>
            <a:endParaRPr>
              <a:solidFill>
                <a:schemeClr val="accent6"/>
              </a:solidFill>
            </a:endParaRPr>
          </a:p>
        </p:txBody>
      </p:sp>
      <p:sp>
        <p:nvSpPr>
          <p:cNvPr id="3" name="Subtitle 2"/>
          <p:cNvSpPr>
            <a:spLocks noGrp="1"/>
          </p:cNvSpPr>
          <p:nvPr>
            <p:ph type="subTitle" idx="1"/>
          </p:nvPr>
        </p:nvSpPr>
        <p:spPr/>
        <p:txBody>
          <a:bodyPr wrap="square">
            <a:normAutofit/>
          </a:bodyPr>
          <a:lstStyle/>
          <a:p>
            <a:pPr marL="0" indent="0">
              <a:buNone/>
              <a:defRPr>
                <a:solidFill>
                  <a:schemeClr val="dk1"/>
                </a:solidFill>
              </a:defRPr>
            </a:pPr>
            <a:r>
              <a:rPr b="0" i="0">
                <a:solidFill>
                  <a:schemeClr val="dk1"/>
                </a:solidFill>
                <a:latin typeface="+mn-lt"/>
                <a:ea typeface="+mn-ea"/>
                <a:cs typeface="+mn-cs"/>
              </a:rPr>
              <a:t>This slide uses the Title Slide layout.</a:t>
            </a:r>
            <a:endParaRPr>
              <a:solidFill>
                <a:schemeClr val="dk1"/>
              </a:solidFill>
            </a:endParaRP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pPr>
              <a:defRPr>
                <a:solidFill>
                  <a:schemeClr val="accent6"/>
                </a:solidFill>
              </a:defRPr>
            </a:pPr>
            <a:r>
              <a:rPr>
                <a:solidFill>
                  <a:schemeClr val="accent6"/>
                </a:solidFill>
              </a:rPr>
              <a:t>Section Header layout</a:t>
            </a:r>
            <a:endParaRPr>
              <a:solidFill>
                <a:schemeClr val="accent6"/>
              </a:solidFill>
            </a:endParaRPr>
          </a:p>
        </p:txBody>
      </p:sp>
      <p:sp>
        <p:nvSpPr>
          <p:cNvPr id="3" name="Text Placeholder 2"/>
          <p:cNvSpPr>
            <a:spLocks noGrp="1"/>
          </p:cNvSpPr>
          <p:nvPr>
            <p:ph type="body" idx="1"/>
          </p:nvPr>
        </p:nvSpPr>
        <p:spPr/>
        <p:txBody>
          <a:bodyPr wrap="square">
            <a:normAutofit/>
          </a:bodyPr>
          <a:lstStyle/>
          <a:p>
            <a:pPr marL="0" indent="0">
              <a:buNone/>
              <a:defRPr>
                <a:solidFill>
                  <a:schemeClr val="dk1"/>
                </a:solidFill>
              </a:defRPr>
            </a:pPr>
            <a:r>
              <a:rPr b="0" i="0">
                <a:solidFill>
                  <a:schemeClr val="dk1"/>
                </a:solidFill>
                <a:latin typeface="+mn-lt"/>
                <a:ea typeface="+mn-ea"/>
                <a:cs typeface="+mn-cs"/>
              </a:rPr>
              <a:t>This slide uses the Section Header layout.</a:t>
            </a:r>
            <a:endParaRPr>
              <a:solidFill>
                <a:schemeClr val="dk1"/>
              </a:solidFill>
            </a:endParaRP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pPr>
              <a:defRPr>
                <a:solidFill>
                  <a:schemeClr val="accent6"/>
                </a:solidFill>
              </a:defRPr>
            </a:pPr>
            <a:r>
              <a:rPr>
                <a:solidFill>
                  <a:schemeClr val="accent6"/>
                </a:solidFill>
              </a:rPr>
              <a:t>Title and Content layout</a:t>
            </a:r>
            <a:endParaRPr>
              <a:solidFill>
                <a:schemeClr val="accent6"/>
              </a:solidFill>
            </a:endParaRPr>
          </a:p>
        </p:txBody>
      </p:sp>
      <p:sp>
        <p:nvSpPr>
          <p:cNvPr id="3" name="Content Placeholder 2"/>
          <p:cNvSpPr>
            <a:spLocks noGrp="1"/>
          </p:cNvSpPr>
          <p:nvPr>
            <p:ph idx="1"/>
          </p:nvPr>
        </p:nvSpPr>
        <p:spPr/>
        <p:txBody>
          <a:bodyPr wrap="square">
            <a:normAutofit/>
          </a:bodyPr>
          <a:lstStyle/>
          <a:p>
            <a:pPr marL="0" indent="0">
              <a:buNone/>
              <a:defRPr>
                <a:solidFill>
                  <a:schemeClr val="dk1"/>
                </a:solidFill>
              </a:defRPr>
            </a:pPr>
            <a:r>
              <a:rPr b="0" i="0">
                <a:solidFill>
                  <a:schemeClr val="dk1"/>
                </a:solidFill>
                <a:latin typeface="+mn-lt"/>
                <a:ea typeface="+mn-ea"/>
                <a:cs typeface="+mn-cs"/>
              </a:rPr>
              <a:t>This slide overrides the deck's Title Slide default with Title and Content on master 1. Without a deck default, ordinary H1 slides use Title and Content and need no layout setting.</a:t>
            </a:r>
            <a:endParaRPr>
              <a:solidFill>
                <a:schemeClr val="dk1"/>
              </a:solidFill>
            </a:endParaRP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pPr>
              <a:defRPr>
                <a:solidFill>
                  <a:schemeClr val="accent6"/>
                </a:solidFill>
              </a:defRPr>
            </a:pPr>
            <a:r>
              <a:rPr>
                <a:solidFill>
                  <a:schemeClr val="accent6"/>
                </a:solidFill>
              </a:rPr>
              <a:t>Deck-wide default layout</a:t>
            </a:r>
            <a:endParaRPr>
              <a:solidFill>
                <a:schemeClr val="accent6"/>
              </a:solidFill>
            </a:endParaRPr>
          </a:p>
        </p:txBody>
      </p:sp>
      <p:sp>
        <p:nvSpPr>
          <p:cNvPr id="3" name="Content Placeholder 2"/>
          <p:cNvSpPr>
            <a:spLocks noGrp="1"/>
          </p:cNvSpPr>
          <p:nvPr>
            <p:ph idx="1"/>
          </p:nvPr>
        </p:nvSpPr>
        <p:spPr/>
        <p:txBody>
          <a:bodyPr wrap="square">
            <a:normAutofit/>
          </a:bodyPr>
          <a:lstStyle/>
          <a:p>
            <a:pPr marL="0" indent="0">
              <a:buNone/>
              <a:defRPr>
                <a:solidFill>
                  <a:schemeClr val="dk1"/>
                </a:solidFill>
              </a:defRPr>
            </a:pPr>
            <a:r>
              <a:rPr b="0" i="0">
                <a:solidFill>
                  <a:schemeClr val="dk1"/>
                </a:solidFill>
                <a:latin typeface="+mn-lt"/>
                <a:ea typeface="+mn-ea"/>
                <a:cs typeface="+mn-cs"/>
              </a:rPr>
              <a:t>The built-in default is </a:t>
            </a:r>
            <a:r>
              <a:rPr b="1" i="0">
                <a:solidFill>
                  <a:schemeClr val="dk1"/>
                </a:solidFill>
                <a:latin typeface="+mn-lt"/>
                <a:ea typeface="+mn-ea"/>
                <a:cs typeface="+mn-cs"/>
              </a:rPr>
              <a:t>Title and Content</a:t>
            </a:r>
            <a:r>
              <a:rPr b="0" i="0">
                <a:solidFill>
                  <a:schemeClr val="dk1"/>
                </a:solidFill>
                <a:latin typeface="+mn-lt"/>
                <a:ea typeface="+mn-ea"/>
                <a:cs typeface="+mn-cs"/>
              </a:rPr>
              <a:t>. This deck sets </a:t>
            </a:r>
            <a:r>
              <a:rPr b="1" i="0">
                <a:solidFill>
                  <a:schemeClr val="dk1"/>
                </a:solidFill>
                <a:latin typeface="+mn-lt"/>
                <a:ea typeface="+mn-ea"/>
                <a:cs typeface="+mn-cs"/>
              </a:rPr>
              <a:t>Title Slide</a:t>
            </a:r>
            <a:r>
              <a:rPr b="0" i="0">
                <a:solidFill>
                  <a:schemeClr val="dk1"/>
                </a:solidFill>
                <a:latin typeface="+mn-lt"/>
                <a:ea typeface="+mn-ea"/>
                <a:cs typeface="+mn-cs"/>
              </a:rPr>
              <a:t> for its cover.</a:t>
            </a:r>
            <a:endParaRPr>
              <a:solidFill>
                <a:schemeClr val="dk1"/>
              </a:solidFill>
            </a:endParaRPr>
          </a:p>
          <a:p>
            <a:pPr marL="0" indent="0">
              <a:buNone/>
              <a:defRPr>
                <a:solidFill>
                  <a:schemeClr val="dk1"/>
                </a:solidFill>
              </a:defRPr>
            </a:pPr>
            <a:r>
              <a:rPr b="0" i="0">
                <a:solidFill>
                  <a:schemeClr val="dk1"/>
                </a:solidFill>
                <a:latin typeface="+mn-lt"/>
                <a:ea typeface="+mn-ea"/>
                <a:cs typeface="+mn-cs"/>
              </a:rPr>
              <a:t>Slide layouts, content separators, and heading-only slides take priority over the deck default.</a:t>
            </a:r>
            <a:endParaRPr>
              <a:solidFill>
                <a:schemeClr val="dk1"/>
              </a:solidFill>
            </a:endParaRPr>
          </a:p>
        </p:txBody>
      </p:sp>
      <p:sp>
        <p:nvSpPr>
          <p:cNvPr id="4" name="Content Placeholder 3"/>
          <p:cNvSpPr>
            <a:spLocks noGrp="1"/>
          </p:cNvSpPr>
          <p:nvPr>
            <p:ph idx="2"/>
          </p:nvPr>
        </p:nvSpPr>
        <p:spPr/>
        <p:txBody>
          <a:bodyPr wrap="square">
            <a:normAutofit/>
          </a:bodyPr>
          <a:lstStyle/>
          <a:p>
            <a:pPr marL="0" indent="0">
              <a:buNone/>
              <a:defRPr>
                <a:solidFill>
                  <a:schemeClr val="dk1"/>
                </a:solidFill>
              </a:defRPr>
            </a:pPr>
            <a:r>
              <a:rPr b="0" i="0">
                <a:solidFill>
                  <a:schemeClr val="dk1"/>
                </a:solidFill>
                <a:latin typeface="Consolas"/>
              </a:rPr>
              <a:t>&lt;!--</a:t>
            </a:r>
            <a:r>
              <a:rPr b="0" i="0">
                <a:solidFill>
                  <a:schemeClr val="dk1"/>
                </a:solidFill>
                <a:latin typeface="Consolas"/>
              </a:rPr>
              <a:t> </a:t>
            </a:r>
            <a:r>
              <a:rPr b="0" i="0">
                <a:solidFill>
                  <a:schemeClr val="dk1"/>
                </a:solidFill>
                <a:latin typeface="Consolas"/>
              </a:rPr>
              <a:t>markdown-pptx:deck</a:t>
            </a:r>
            <a:br/>
            <a:r>
              <a:rPr b="0" i="0">
                <a:solidFill>
                  <a:schemeClr val="dk1"/>
                </a:solidFill>
                <a:latin typeface="Consolas"/>
              </a:rPr>
              <a:t>layout:</a:t>
            </a:r>
            <a:r>
              <a:rPr b="0" i="0">
                <a:solidFill>
                  <a:schemeClr val="dk1"/>
                </a:solidFill>
                <a:latin typeface="Consolas"/>
              </a:rPr>
              <a:t> </a:t>
            </a:r>
            <a:r>
              <a:rPr b="0" i="0">
                <a:solidFill>
                  <a:schemeClr val="dk1"/>
                </a:solidFill>
                <a:latin typeface="Consolas"/>
              </a:rPr>
              <a:t>Two</a:t>
            </a:r>
            <a:r>
              <a:rPr b="0" i="0">
                <a:solidFill>
                  <a:schemeClr val="dk1"/>
                </a:solidFill>
                <a:latin typeface="Consolas"/>
              </a:rPr>
              <a:t> </a:t>
            </a:r>
            <a:r>
              <a:rPr b="0" i="0">
                <a:solidFill>
                  <a:schemeClr val="dk1"/>
                </a:solidFill>
                <a:latin typeface="Consolas"/>
              </a:rPr>
              <a:t>Content</a:t>
            </a:r>
            <a:br/>
            <a:r>
              <a:rPr b="0" i="0">
                <a:solidFill>
                  <a:schemeClr val="dk1"/>
                </a:solidFill>
                <a:latin typeface="Consolas"/>
              </a:rPr>
              <a:t>--&gt;</a:t>
            </a:r>
            <a:br/>
            <a:br/>
            <a:r>
              <a:rPr b="0" i="0">
                <a:solidFill>
                  <a:schemeClr val="dk1"/>
                </a:solidFill>
                <a:latin typeface="Consolas"/>
              </a:rPr>
              <a:t># Compare options</a:t>
            </a:r>
            <a:br/>
            <a:br/>
            <a:r>
              <a:rPr b="0" i="0">
                <a:solidFill>
                  <a:schemeClr val="dk1"/>
                </a:solidFill>
                <a:latin typeface="Consolas"/>
              </a:rPr>
              <a:t>First</a:t>
            </a:r>
            <a:r>
              <a:rPr b="0" i="0">
                <a:solidFill>
                  <a:schemeClr val="dk1"/>
                </a:solidFill>
                <a:latin typeface="Consolas"/>
              </a:rPr>
              <a:t> </a:t>
            </a:r>
            <a:r>
              <a:rPr b="0" i="0">
                <a:solidFill>
                  <a:schemeClr val="dk1"/>
                </a:solidFill>
                <a:latin typeface="Consolas"/>
              </a:rPr>
              <a:t>option</a:t>
            </a:r>
            <a:br/>
            <a:br/>
            <a:r>
              <a:rPr b="0" i="0">
                <a:solidFill>
                  <a:schemeClr val="dk1"/>
                </a:solidFill>
                <a:latin typeface="Consolas"/>
              </a:rPr>
              <a:t>***</a:t>
            </a:r>
            <a:br/>
            <a:br/>
            <a:r>
              <a:rPr b="0" i="0">
                <a:solidFill>
                  <a:schemeClr val="dk1"/>
                </a:solidFill>
                <a:latin typeface="Consolas"/>
              </a:rPr>
              <a:t>Second</a:t>
            </a:r>
            <a:r>
              <a:rPr b="0" i="0">
                <a:solidFill>
                  <a:schemeClr val="dk1"/>
                </a:solidFill>
                <a:latin typeface="Consolas"/>
              </a:rPr>
              <a:t> </a:t>
            </a:r>
            <a:r>
              <a:rPr b="0" i="0">
                <a:solidFill>
                  <a:schemeClr val="dk1"/>
                </a:solidFill>
                <a:latin typeface="Consolas"/>
              </a:rPr>
              <a:t>option</a:t>
            </a:r>
            <a:endParaRPr>
              <a:solidFill>
                <a:schemeClr val="dk1"/>
              </a:solidFill>
            </a:endParaRP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pPr>
              <a:defRPr>
                <a:solidFill>
                  <a:schemeClr val="accent6"/>
                </a:solidFill>
              </a:defRPr>
            </a:pPr>
            <a:r>
              <a:rPr>
                <a:solidFill>
                  <a:schemeClr val="accent6"/>
                </a:solidFill>
              </a:rPr>
              <a:t>Title Only layout</a:t>
            </a:r>
            <a:endParaRPr>
              <a:solidFill>
                <a:schemeClr val="accent6"/>
              </a:solidFill>
            </a:endParaRP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pPr>
              <a:defRPr>
                <a:solidFill>
                  <a:schemeClr val="accent6"/>
                </a:solidFill>
              </a:defRPr>
            </a:pPr>
            <a:r>
              <a:rPr>
                <a:solidFill>
                  <a:schemeClr val="accent6"/>
                </a:solidFill>
              </a:rPr>
              <a:t>Pipe table</a:t>
            </a:r>
            <a:endParaRPr>
              <a:solidFill>
                <a:schemeClr val="accent6"/>
              </a:solidFill>
            </a:endParaRPr>
          </a:p>
        </p:txBody>
      </p:sp>
      <p:graphicFrame>
        <p:nvGraphicFramePr>
          <p:cNvPr id="4" name="MarkdownSlidesTable"/>
          <p:cNvGraphicFramePr>
            <a:graphicFrameLocks noGrp="1"/>
          </p:cNvGraphicFramePr>
          <p:nvPr>
            <p:ph idx="1"/>
          </p:nvPr>
        </p:nvGraphicFramePr>
        <p:xfrm>
          <a:off x="838200" y="1825625"/>
          <a:ext cx="10515600" cy="0"/>
        </p:xfrm>
        <a:graphic>
          <a:graphicData uri="http://schemas.openxmlformats.org/drawingml/2006/table">
            <a:tbl>
              <a:tblPr firstRow="1" bandRow="1" lastRow="1" firstCol="1" lastCol="1" bandCol="1">
                <a:effectLst>
                  <a:outerShdw blurRad="38100" dist="17960" dir="2700000" algn="ctr" rotWithShape="0">
                    <a:srgbClr val="000000">
                      <a:alpha val="15000"/>
                    </a:srgbClr>
                  </a:outerShdw>
                  <a:reflection blurRad="12700" stA="35000" stPos="0" endA="0" endPos="20000" dist="50800" dir="5400000" fadeDir="5400000" sy="-100000" algn="bl" rotWithShape="0"/>
                </a:effectLst>
                <a:tableStyleId>{B301B821-A1FF-4177-AEE7-76D212191A09}</a:tableStyleId>
              </a:tblPr>
              <a:tblGrid>
                <a:gridCol w="5257800"/>
                <a:gridCol w="5257800"/>
              </a:tblGrid>
              <a:tr h="0">
                <a:tc>
                  <a:txBody>
                    <a:bodyPr wrap="square"/>
                    <a:lstStyle/>
                    <a:p>
                      <a:pPr algn="l"/>
                      <a:r>
                        <a:t>Markdown input</a:t>
                      </a:r>
                    </a:p>
                  </a:txBody>
                  <a:tcPr anchor="ctr">
                    <a:lnL w="12700">
                      <a:solidFill>
                        <a:schemeClr val="accent1"/>
                      </a:solidFill>
                      <a:prstDash val="solid"/>
                    </a:lnL>
                    <a:lnT w="12700">
                      <a:solidFill>
                        <a:schemeClr val="accent1"/>
                      </a:solidFill>
                      <a:prstDash val="solid"/>
                    </a:lnT>
                    <a:solidFill>
                      <a:schemeClr val="accent1"/>
                    </a:solidFill>
                  </a:tcPr>
                </a:tc>
                <a:tc>
                  <a:txBody>
                    <a:bodyPr wrap="square"/>
                    <a:lstStyle/>
                    <a:p>
                      <a:pPr algn="l"/>
                      <a:r>
                        <a:t>PowerPoint result</a:t>
                      </a:r>
                    </a:p>
                  </a:txBody>
                  <a:tcPr anchor="ctr">
                    <a:lnR w="12700">
                      <a:solidFill>
                        <a:schemeClr val="accent1"/>
                      </a:solidFill>
                      <a:prstDash val="solid"/>
                    </a:lnR>
                    <a:lnT w="12700">
                      <a:solidFill>
                        <a:schemeClr val="accent1"/>
                      </a:solidFill>
                      <a:prstDash val="solid"/>
                    </a:lnT>
                    <a:solidFill>
                      <a:schemeClr val="accent1"/>
                    </a:solidFill>
                  </a:tcPr>
                </a:tc>
              </a:tr>
              <a:tr h="0">
                <a:tc>
                  <a:txBody>
                    <a:bodyPr wrap="square"/>
                    <a:lstStyle/>
                    <a:p>
                      <a:pPr algn="l"/>
                      <a:r>
                        <a:rPr>
                          <a:latin typeface="Consolas"/>
                        </a:rPr>
                        <a:t># H1</a:t>
                      </a:r>
                    </a:p>
                  </a:txBody>
                  <a:tcPr anchor="ctr">
                    <a:lnL w="12700">
                      <a:solidFill>
                        <a:schemeClr val="accent1"/>
                      </a:solidFill>
                      <a:prstDash val="solid"/>
                    </a:lnL>
                    <a:solidFill>
                      <a:schemeClr val="lt2"/>
                    </a:solidFill>
                  </a:tcPr>
                </a:tc>
                <a:tc>
                  <a:txBody>
                    <a:bodyPr wrap="square"/>
                    <a:lstStyle/>
                    <a:p>
                      <a:pPr algn="l"/>
                      <a:r>
                        <a:t>New slide</a:t>
                      </a:r>
                    </a:p>
                  </a:txBody>
                  <a:tcPr anchor="ctr">
                    <a:lnR w="12700">
                      <a:solidFill>
                        <a:schemeClr val="accent1"/>
                      </a:solidFill>
                      <a:prstDash val="solid"/>
                    </a:lnR>
                    <a:solidFill>
                      <a:schemeClr val="lt2"/>
                    </a:solidFill>
                  </a:tcPr>
                </a:tc>
              </a:tr>
              <a:tr h="0">
                <a:tc>
                  <a:txBody>
                    <a:bodyPr wrap="square"/>
                    <a:lstStyle/>
                    <a:p>
                      <a:pPr algn="l"/>
                      <a:r>
                        <a:rPr>
                          <a:latin typeface="Consolas"/>
                        </a:rPr>
                        <a:t>layout</a:t>
                      </a:r>
                    </a:p>
                  </a:txBody>
                  <a:tcPr anchor="ctr">
                    <a:lnL w="12700">
                      <a:solidFill>
                        <a:schemeClr val="accent1"/>
                      </a:solidFill>
                      <a:prstDash val="solid"/>
                    </a:lnL>
                    <a:solidFill>
                      <a:schemeClr val="lt1"/>
                    </a:solidFill>
                  </a:tcPr>
                </a:tc>
                <a:tc>
                  <a:txBody>
                    <a:bodyPr wrap="square"/>
                    <a:lstStyle/>
                    <a:p>
                      <a:pPr algn="l"/>
                      <a:r>
                        <a:t>Real slide layout</a:t>
                      </a:r>
                    </a:p>
                  </a:txBody>
                  <a:tcPr anchor="ctr">
                    <a:lnR w="12700">
                      <a:solidFill>
                        <a:schemeClr val="accent1"/>
                      </a:solidFill>
                      <a:prstDash val="solid"/>
                    </a:lnR>
                    <a:solidFill>
                      <a:schemeClr val="lt1"/>
                    </a:solidFill>
                  </a:tcPr>
                </a:tc>
              </a:tr>
              <a:tr h="0">
                <a:tc>
                  <a:txBody>
                    <a:bodyPr wrap="square"/>
                    <a:lstStyle/>
                    <a:p>
                      <a:pPr algn="l"/>
                      <a:r>
                        <a:rPr>
                          <a:latin typeface="Consolas"/>
                        </a:rPr>
                        <a:t>master</a:t>
                      </a:r>
                    </a:p>
                  </a:txBody>
                  <a:tcPr anchor="ctr">
                    <a:lnL w="12700">
                      <a:solidFill>
                        <a:schemeClr val="accent1"/>
                      </a:solidFill>
                      <a:prstDash val="solid"/>
                    </a:lnL>
                    <a:solidFill>
                      <a:schemeClr val="lt2"/>
                    </a:solidFill>
                  </a:tcPr>
                </a:tc>
                <a:tc>
                  <a:txBody>
                    <a:bodyPr wrap="square"/>
                    <a:lstStyle/>
                    <a:p>
                      <a:pPr algn="l"/>
                      <a:r>
                        <a:t>Master-specific layout group</a:t>
                      </a:r>
                    </a:p>
                  </a:txBody>
                  <a:tcPr anchor="ctr">
                    <a:lnR w="12700">
                      <a:solidFill>
                        <a:schemeClr val="accent1"/>
                      </a:solidFill>
                      <a:prstDash val="solid"/>
                    </a:lnR>
                    <a:solidFill>
                      <a:schemeClr val="lt2"/>
                    </a:solidFill>
                  </a:tcPr>
                </a:tc>
              </a:tr>
              <a:tr h="0">
                <a:tc>
                  <a:txBody>
                    <a:bodyPr wrap="square"/>
                    <a:lstStyle/>
                    <a:p>
                      <a:pPr algn="l"/>
                      <a:r>
                        <a:rPr>
                          <a:latin typeface="Consolas"/>
                        </a:rPr>
                        <a:t>notes</a:t>
                      </a:r>
                    </a:p>
                  </a:txBody>
                  <a:tcPr anchor="ctr">
                    <a:lnL w="12700">
                      <a:solidFill>
                        <a:schemeClr val="accent1"/>
                      </a:solidFill>
                      <a:prstDash val="solid"/>
                    </a:lnL>
                    <a:solidFill>
                      <a:schemeClr val="lt1"/>
                    </a:solidFill>
                  </a:tcPr>
                </a:tc>
                <a:tc>
                  <a:txBody>
                    <a:bodyPr wrap="square"/>
                    <a:lstStyle/>
                    <a:p>
                      <a:pPr algn="l"/>
                      <a:r>
                        <a:t>Editable speaker notes</a:t>
                      </a:r>
                    </a:p>
                  </a:txBody>
                  <a:tcPr anchor="ctr">
                    <a:lnR w="12700">
                      <a:solidFill>
                        <a:schemeClr val="accent1"/>
                      </a:solidFill>
                      <a:prstDash val="solid"/>
                    </a:lnR>
                    <a:solidFill>
                      <a:schemeClr val="lt1"/>
                    </a:solidFill>
                  </a:tcPr>
                </a:tc>
              </a:tr>
              <a:tr h="0">
                <a:tc>
                  <a:txBody>
                    <a:bodyPr wrap="square"/>
                    <a:lstStyle/>
                    <a:p>
                      <a:pPr algn="l"/>
                      <a:r>
                        <a:t>Total</a:t>
                      </a:r>
                    </a:p>
                  </a:txBody>
                  <a:tcPr anchor="ctr">
                    <a:lnL w="12700">
                      <a:solidFill>
                        <a:schemeClr val="accent1"/>
                      </a:solidFill>
                      <a:prstDash val="solid"/>
                    </a:lnL>
                    <a:lnB w="12700">
                      <a:solidFill>
                        <a:schemeClr val="accent1"/>
                      </a:solidFill>
                      <a:prstDash val="solid"/>
                    </a:lnB>
                  </a:tcPr>
                </a:tc>
                <a:tc>
                  <a:txBody>
                    <a:bodyPr wrap="square"/>
                    <a:lstStyle/>
                    <a:p>
                      <a:pPr algn="l"/>
                      <a:r>
                        <a:t>All six native table-style flags</a:t>
                      </a:r>
                    </a:p>
                  </a:txBody>
                  <a:tcPr anchor="ctr">
                    <a:lnR w="12700">
                      <a:solidFill>
                        <a:schemeClr val="accent1"/>
                      </a:solidFill>
                      <a:prstDash val="solid"/>
                    </a:lnR>
                    <a:lnB w="12700">
                      <a:solidFill>
                        <a:schemeClr val="accent1"/>
                      </a:solidFill>
                      <a:prstDash val="solid"/>
                    </a:lnB>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pPr>
              <a:defRPr>
                <a:solidFill>
                  <a:schemeClr val="accent6"/>
                </a:solidFill>
              </a:defRPr>
            </a:pPr>
            <a:r>
              <a:rPr>
                <a:solidFill>
                  <a:schemeClr val="accent6"/>
                </a:solidFill>
              </a:rPr>
              <a:t>Syntax highlighting: Python</a:t>
            </a:r>
            <a:endParaRPr>
              <a:solidFill>
                <a:schemeClr val="accent6"/>
              </a:solidFill>
            </a:endParaRPr>
          </a:p>
        </p:txBody>
      </p:sp>
      <p:sp>
        <p:nvSpPr>
          <p:cNvPr id="3" name="Content Placeholder 2"/>
          <p:cNvSpPr>
            <a:spLocks noGrp="1"/>
          </p:cNvSpPr>
          <p:nvPr>
            <p:ph idx="1"/>
          </p:nvPr>
        </p:nvSpPr>
        <p:spPr/>
        <p:txBody>
          <a:bodyPr wrap="square">
            <a:normAutofit/>
          </a:bodyPr>
          <a:lstStyle/>
          <a:p>
            <a:pPr marL="0" indent="0">
              <a:buNone/>
              <a:defRPr>
                <a:solidFill>
                  <a:schemeClr val="dk1"/>
                </a:solidFill>
              </a:defRPr>
            </a:pPr>
            <a:r>
              <a:rPr b="0" i="1">
                <a:solidFill>
                  <a:srgbClr val="3D7B7B"/>
                </a:solidFill>
                <a:latin typeface="Consolas"/>
              </a:rPr>
              <a:t># Summarize completed work</a:t>
            </a:r>
            <a:br/>
            <a:r>
              <a:rPr b="1" i="0">
                <a:solidFill>
                  <a:srgbClr val="008000"/>
                </a:solidFill>
                <a:latin typeface="Consolas"/>
              </a:rPr>
              <a:t>def</a:t>
            </a:r>
            <a:r>
              <a:rPr b="0" i="0">
                <a:solidFill>
                  <a:schemeClr val="dk1"/>
                </a:solidFill>
                <a:latin typeface="Consolas"/>
              </a:rPr>
              <a:t> </a:t>
            </a:r>
            <a:r>
              <a:rPr b="0" i="0">
                <a:solidFill>
                  <a:srgbClr val="0000FF"/>
                </a:solidFill>
                <a:latin typeface="Consolas"/>
              </a:rPr>
              <a:t>summarize</a:t>
            </a:r>
            <a:r>
              <a:rPr b="0" i="0">
                <a:solidFill>
                  <a:schemeClr val="dk1"/>
                </a:solidFill>
                <a:latin typeface="Consolas"/>
              </a:rPr>
              <a:t>(</a:t>
            </a:r>
            <a:r>
              <a:rPr b="0" i="0">
                <a:solidFill>
                  <a:schemeClr val="dk1"/>
                </a:solidFill>
                <a:latin typeface="Consolas"/>
              </a:rPr>
              <a:t>tasks</a:t>
            </a:r>
            <a:r>
              <a:rPr b="0" i="0">
                <a:solidFill>
                  <a:schemeClr val="dk1"/>
                </a:solidFill>
                <a:latin typeface="Consolas"/>
              </a:rPr>
              <a:t>:</a:t>
            </a:r>
            <a:r>
              <a:rPr b="0" i="0">
                <a:solidFill>
                  <a:schemeClr val="dk1"/>
                </a:solidFill>
                <a:latin typeface="Consolas"/>
              </a:rPr>
              <a:t> </a:t>
            </a:r>
            <a:r>
              <a:rPr b="0" i="0">
                <a:solidFill>
                  <a:srgbClr val="008000"/>
                </a:solidFill>
                <a:latin typeface="Consolas"/>
              </a:rPr>
              <a:t>list</a:t>
            </a:r>
            <a:r>
              <a:rPr b="0" i="0">
                <a:solidFill>
                  <a:schemeClr val="dk1"/>
                </a:solidFill>
                <a:latin typeface="Consolas"/>
              </a:rPr>
              <a:t>[</a:t>
            </a:r>
            <a:r>
              <a:rPr b="0" i="0">
                <a:solidFill>
                  <a:srgbClr val="008000"/>
                </a:solidFill>
                <a:latin typeface="Consolas"/>
              </a:rPr>
              <a:t>str</a:t>
            </a:r>
            <a:r>
              <a:rPr b="0" i="0">
                <a:solidFill>
                  <a:schemeClr val="dk1"/>
                </a:solidFill>
                <a:latin typeface="Consolas"/>
              </a:rPr>
              <a:t>]</a:t>
            </a:r>
            <a:r>
              <a:rPr b="0" i="0">
                <a:solidFill>
                  <a:schemeClr val="dk1"/>
                </a:solidFill>
                <a:latin typeface="Consolas"/>
              </a:rPr>
              <a:t>)</a:t>
            </a:r>
            <a:r>
              <a:rPr b="0" i="0">
                <a:solidFill>
                  <a:schemeClr val="dk1"/>
                </a:solidFill>
                <a:latin typeface="Consolas"/>
              </a:rPr>
              <a:t> </a:t>
            </a:r>
            <a:r>
              <a:rPr b="0" i="0">
                <a:solidFill>
                  <a:srgbClr val="666666"/>
                </a:solidFill>
                <a:latin typeface="Consolas"/>
              </a:rPr>
              <a:t>-</a:t>
            </a:r>
            <a:r>
              <a:rPr b="0" i="0">
                <a:solidFill>
                  <a:srgbClr val="666666"/>
                </a:solidFill>
                <a:latin typeface="Consolas"/>
              </a:rPr>
              <a:t>&gt;</a:t>
            </a:r>
            <a:r>
              <a:rPr b="0" i="0">
                <a:solidFill>
                  <a:schemeClr val="dk1"/>
                </a:solidFill>
                <a:latin typeface="Consolas"/>
              </a:rPr>
              <a:t> </a:t>
            </a:r>
            <a:r>
              <a:rPr b="0" i="0">
                <a:solidFill>
                  <a:srgbClr val="008000"/>
                </a:solidFill>
                <a:latin typeface="Consolas"/>
              </a:rPr>
              <a:t>str</a:t>
            </a:r>
            <a:r>
              <a:rPr b="0" i="0">
                <a:solidFill>
                  <a:schemeClr val="dk1"/>
                </a:solidFill>
                <a:latin typeface="Consolas"/>
              </a:rPr>
              <a:t>:</a:t>
            </a:r>
            <a:br/>
            <a:r>
              <a:rPr b="0" i="0">
                <a:solidFill>
                  <a:schemeClr val="dk1"/>
                </a:solidFill>
                <a:latin typeface="Consolas"/>
              </a:rPr>
              <a:t>    </a:t>
            </a:r>
            <a:r>
              <a:rPr b="0" i="0">
                <a:solidFill>
                  <a:schemeClr val="dk1"/>
                </a:solidFill>
                <a:latin typeface="Consolas"/>
              </a:rPr>
              <a:t>count</a:t>
            </a:r>
            <a:r>
              <a:rPr b="0" i="0">
                <a:solidFill>
                  <a:schemeClr val="dk1"/>
                </a:solidFill>
                <a:latin typeface="Consolas"/>
              </a:rPr>
              <a:t> </a:t>
            </a:r>
            <a:r>
              <a:rPr b="0" i="0">
                <a:solidFill>
                  <a:srgbClr val="666666"/>
                </a:solidFill>
                <a:latin typeface="Consolas"/>
              </a:rPr>
              <a:t>=</a:t>
            </a:r>
            <a:r>
              <a:rPr b="0" i="0">
                <a:solidFill>
                  <a:schemeClr val="dk1"/>
                </a:solidFill>
                <a:latin typeface="Consolas"/>
              </a:rPr>
              <a:t> </a:t>
            </a:r>
            <a:r>
              <a:rPr b="0" i="0">
                <a:solidFill>
                  <a:srgbClr val="008000"/>
                </a:solidFill>
                <a:latin typeface="Consolas"/>
              </a:rPr>
              <a:t>len</a:t>
            </a:r>
            <a:r>
              <a:rPr b="0" i="0">
                <a:solidFill>
                  <a:schemeClr val="dk1"/>
                </a:solidFill>
                <a:latin typeface="Consolas"/>
              </a:rPr>
              <a:t>(</a:t>
            </a:r>
            <a:r>
              <a:rPr b="0" i="0">
                <a:solidFill>
                  <a:schemeClr val="dk1"/>
                </a:solidFill>
                <a:latin typeface="Consolas"/>
              </a:rPr>
              <a:t>tasks</a:t>
            </a:r>
            <a:r>
              <a:rPr b="0" i="0">
                <a:solidFill>
                  <a:schemeClr val="dk1"/>
                </a:solidFill>
                <a:latin typeface="Consolas"/>
              </a:rPr>
              <a:t>)</a:t>
            </a:r>
            <a:br/>
            <a:r>
              <a:rPr b="0" i="0">
                <a:solidFill>
                  <a:schemeClr val="dk1"/>
                </a:solidFill>
                <a:latin typeface="Consolas"/>
              </a:rPr>
              <a:t>    </a:t>
            </a:r>
            <a:r>
              <a:rPr b="1" i="0">
                <a:solidFill>
                  <a:srgbClr val="008000"/>
                </a:solidFill>
                <a:latin typeface="Consolas"/>
              </a:rPr>
              <a:t>return</a:t>
            </a:r>
            <a:r>
              <a:rPr b="0" i="0">
                <a:solidFill>
                  <a:schemeClr val="dk1"/>
                </a:solidFill>
                <a:latin typeface="Consolas"/>
              </a:rPr>
              <a:t> </a:t>
            </a:r>
            <a:r>
              <a:rPr b="0" i="0">
                <a:solidFill>
                  <a:srgbClr val="BA2121"/>
                </a:solidFill>
                <a:latin typeface="Consolas"/>
              </a:rPr>
              <a:t>f</a:t>
            </a:r>
            <a:r>
              <a:rPr b="0" i="0">
                <a:solidFill>
                  <a:srgbClr val="BA2121"/>
                </a:solidFill>
                <a:latin typeface="Consolas"/>
              </a:rPr>
              <a:t>"</a:t>
            </a:r>
            <a:r>
              <a:rPr b="0" i="0">
                <a:solidFill>
                  <a:srgbClr val="BA2121"/>
                </a:solidFill>
                <a:latin typeface="Consolas"/>
              </a:rPr>
              <a:t>Completed </a:t>
            </a:r>
            <a:r>
              <a:rPr b="1" i="0">
                <a:solidFill>
                  <a:srgbClr val="A45A77"/>
                </a:solidFill>
                <a:latin typeface="Consolas"/>
              </a:rPr>
              <a:t>{</a:t>
            </a:r>
            <a:r>
              <a:rPr b="0" i="0">
                <a:solidFill>
                  <a:schemeClr val="dk1"/>
                </a:solidFill>
                <a:latin typeface="Consolas"/>
              </a:rPr>
              <a:t>count</a:t>
            </a:r>
            <a:r>
              <a:rPr b="1" i="0">
                <a:solidFill>
                  <a:srgbClr val="A45A77"/>
                </a:solidFill>
                <a:latin typeface="Consolas"/>
              </a:rPr>
              <a:t>}</a:t>
            </a:r>
            <a:r>
              <a:rPr b="0" i="0">
                <a:solidFill>
                  <a:srgbClr val="BA2121"/>
                </a:solidFill>
                <a:latin typeface="Consolas"/>
              </a:rPr>
              <a:t> tasks</a:t>
            </a:r>
            <a:r>
              <a:rPr b="0" i="0">
                <a:solidFill>
                  <a:srgbClr val="BA2121"/>
                </a:solidFill>
                <a:latin typeface="Consolas"/>
              </a:rPr>
              <a:t>"</a:t>
            </a:r>
            <a:br/>
            <a:br/>
            <a:br/>
            <a:r>
              <a:rPr b="0" i="0">
                <a:solidFill>
                  <a:schemeClr val="dk1"/>
                </a:solidFill>
                <a:latin typeface="Consolas"/>
              </a:rPr>
              <a:t>tasks</a:t>
            </a:r>
            <a:r>
              <a:rPr b="0" i="0">
                <a:solidFill>
                  <a:schemeClr val="dk1"/>
                </a:solidFill>
                <a:latin typeface="Consolas"/>
              </a:rPr>
              <a:t> </a:t>
            </a:r>
            <a:r>
              <a:rPr b="0" i="0">
                <a:solidFill>
                  <a:srgbClr val="666666"/>
                </a:solidFill>
                <a:latin typeface="Consolas"/>
              </a:rPr>
              <a:t>=</a:t>
            </a:r>
            <a:r>
              <a:rPr b="0" i="0">
                <a:solidFill>
                  <a:schemeClr val="dk1"/>
                </a:solidFill>
                <a:latin typeface="Consolas"/>
              </a:rPr>
              <a:t> </a:t>
            </a:r>
            <a:r>
              <a:rPr b="0" i="0">
                <a:solidFill>
                  <a:schemeClr val="dk1"/>
                </a:solidFill>
                <a:latin typeface="Consolas"/>
              </a:rPr>
              <a:t>[</a:t>
            </a:r>
            <a:r>
              <a:rPr b="0" i="0">
                <a:solidFill>
                  <a:srgbClr val="BA2121"/>
                </a:solidFill>
                <a:latin typeface="Consolas"/>
              </a:rPr>
              <a:t>"</a:t>
            </a:r>
            <a:r>
              <a:rPr b="0" i="0">
                <a:solidFill>
                  <a:srgbClr val="BA2121"/>
                </a:solidFill>
                <a:latin typeface="Consolas"/>
              </a:rPr>
              <a:t>Design</a:t>
            </a:r>
            <a:r>
              <a:rPr b="0" i="0">
                <a:solidFill>
                  <a:srgbClr val="BA2121"/>
                </a:solidFill>
                <a:latin typeface="Consolas"/>
              </a:rPr>
              <a:t>"</a:t>
            </a:r>
            <a:r>
              <a:rPr b="0" i="0">
                <a:solidFill>
                  <a:schemeClr val="dk1"/>
                </a:solidFill>
                <a:latin typeface="Consolas"/>
              </a:rPr>
              <a:t>,</a:t>
            </a:r>
            <a:r>
              <a:rPr b="0" i="0">
                <a:solidFill>
                  <a:schemeClr val="dk1"/>
                </a:solidFill>
                <a:latin typeface="Consolas"/>
              </a:rPr>
              <a:t> </a:t>
            </a:r>
            <a:r>
              <a:rPr b="0" i="0">
                <a:solidFill>
                  <a:srgbClr val="BA2121"/>
                </a:solidFill>
                <a:latin typeface="Consolas"/>
              </a:rPr>
              <a:t>"</a:t>
            </a:r>
            <a:r>
              <a:rPr b="0" i="0">
                <a:solidFill>
                  <a:srgbClr val="BA2121"/>
                </a:solidFill>
                <a:latin typeface="Consolas"/>
              </a:rPr>
              <a:t>Build</a:t>
            </a:r>
            <a:r>
              <a:rPr b="0" i="0">
                <a:solidFill>
                  <a:srgbClr val="BA2121"/>
                </a:solidFill>
                <a:latin typeface="Consolas"/>
              </a:rPr>
              <a:t>"</a:t>
            </a:r>
            <a:r>
              <a:rPr b="0" i="0">
                <a:solidFill>
                  <a:schemeClr val="dk1"/>
                </a:solidFill>
                <a:latin typeface="Consolas"/>
              </a:rPr>
              <a:t>,</a:t>
            </a:r>
            <a:r>
              <a:rPr b="0" i="0">
                <a:solidFill>
                  <a:schemeClr val="dk1"/>
                </a:solidFill>
                <a:latin typeface="Consolas"/>
              </a:rPr>
              <a:t> </a:t>
            </a:r>
            <a:r>
              <a:rPr b="0" i="0">
                <a:solidFill>
                  <a:srgbClr val="BA2121"/>
                </a:solidFill>
                <a:latin typeface="Consolas"/>
              </a:rPr>
              <a:t>"</a:t>
            </a:r>
            <a:r>
              <a:rPr b="0" i="0">
                <a:solidFill>
                  <a:srgbClr val="BA2121"/>
                </a:solidFill>
                <a:latin typeface="Consolas"/>
              </a:rPr>
              <a:t>Review</a:t>
            </a:r>
            <a:r>
              <a:rPr b="0" i="0">
                <a:solidFill>
                  <a:srgbClr val="BA2121"/>
                </a:solidFill>
                <a:latin typeface="Consolas"/>
              </a:rPr>
              <a:t>"</a:t>
            </a:r>
            <a:r>
              <a:rPr b="0" i="0">
                <a:solidFill>
                  <a:schemeClr val="dk1"/>
                </a:solidFill>
                <a:latin typeface="Consolas"/>
              </a:rPr>
              <a:t>]</a:t>
            </a:r>
            <a:br/>
            <a:r>
              <a:rPr b="1" i="0">
                <a:solidFill>
                  <a:srgbClr val="008000"/>
                </a:solidFill>
                <a:latin typeface="Consolas"/>
              </a:rPr>
              <a:t>if</a:t>
            </a:r>
            <a:r>
              <a:rPr b="0" i="0">
                <a:solidFill>
                  <a:schemeClr val="dk1"/>
                </a:solidFill>
                <a:latin typeface="Consolas"/>
              </a:rPr>
              <a:t> </a:t>
            </a:r>
            <a:r>
              <a:rPr b="0" i="0">
                <a:solidFill>
                  <a:srgbClr val="008000"/>
                </a:solidFill>
                <a:latin typeface="Consolas"/>
              </a:rPr>
              <a:t>len</a:t>
            </a:r>
            <a:r>
              <a:rPr b="0" i="0">
                <a:solidFill>
                  <a:schemeClr val="dk1"/>
                </a:solidFill>
                <a:latin typeface="Consolas"/>
              </a:rPr>
              <a:t>(</a:t>
            </a:r>
            <a:r>
              <a:rPr b="0" i="0">
                <a:solidFill>
                  <a:schemeClr val="dk1"/>
                </a:solidFill>
                <a:latin typeface="Consolas"/>
              </a:rPr>
              <a:t>tasks</a:t>
            </a:r>
            <a:r>
              <a:rPr b="0" i="0">
                <a:solidFill>
                  <a:schemeClr val="dk1"/>
                </a:solidFill>
                <a:latin typeface="Consolas"/>
              </a:rPr>
              <a:t>)</a:t>
            </a:r>
            <a:r>
              <a:rPr b="0" i="0">
                <a:solidFill>
                  <a:schemeClr val="dk1"/>
                </a:solidFill>
                <a:latin typeface="Consolas"/>
              </a:rPr>
              <a:t> </a:t>
            </a:r>
            <a:r>
              <a:rPr b="0" i="0">
                <a:solidFill>
                  <a:srgbClr val="666666"/>
                </a:solidFill>
                <a:latin typeface="Consolas"/>
              </a:rPr>
              <a:t>&gt;</a:t>
            </a:r>
            <a:r>
              <a:rPr b="0" i="0">
                <a:solidFill>
                  <a:srgbClr val="666666"/>
                </a:solidFill>
                <a:latin typeface="Consolas"/>
              </a:rPr>
              <a:t>=</a:t>
            </a:r>
            <a:r>
              <a:rPr b="0" i="0">
                <a:solidFill>
                  <a:schemeClr val="dk1"/>
                </a:solidFill>
                <a:latin typeface="Consolas"/>
              </a:rPr>
              <a:t> </a:t>
            </a:r>
            <a:r>
              <a:rPr b="0" i="0">
                <a:solidFill>
                  <a:srgbClr val="666666"/>
                </a:solidFill>
                <a:latin typeface="Consolas"/>
              </a:rPr>
              <a:t>3</a:t>
            </a:r>
            <a:r>
              <a:rPr b="0" i="0">
                <a:solidFill>
                  <a:schemeClr val="dk1"/>
                </a:solidFill>
                <a:latin typeface="Consolas"/>
              </a:rPr>
              <a:t>:</a:t>
            </a:r>
            <a:br/>
            <a:r>
              <a:rPr b="0" i="0">
                <a:solidFill>
                  <a:schemeClr val="dk1"/>
                </a:solidFill>
                <a:latin typeface="Consolas"/>
              </a:rPr>
              <a:t>    </a:t>
            </a:r>
            <a:r>
              <a:rPr b="0" i="0">
                <a:solidFill>
                  <a:srgbClr val="008000"/>
                </a:solidFill>
                <a:latin typeface="Consolas"/>
              </a:rPr>
              <a:t>print</a:t>
            </a:r>
            <a:r>
              <a:rPr b="0" i="0">
                <a:solidFill>
                  <a:schemeClr val="dk1"/>
                </a:solidFill>
                <a:latin typeface="Consolas"/>
              </a:rPr>
              <a:t>(</a:t>
            </a:r>
            <a:r>
              <a:rPr b="0" i="0">
                <a:solidFill>
                  <a:schemeClr val="dk1"/>
                </a:solidFill>
                <a:latin typeface="Consolas"/>
              </a:rPr>
              <a:t>summarize</a:t>
            </a:r>
            <a:r>
              <a:rPr b="0" i="0">
                <a:solidFill>
                  <a:schemeClr val="dk1"/>
                </a:solidFill>
                <a:latin typeface="Consolas"/>
              </a:rPr>
              <a:t>(</a:t>
            </a:r>
            <a:r>
              <a:rPr b="0" i="0">
                <a:solidFill>
                  <a:schemeClr val="dk1"/>
                </a:solidFill>
                <a:latin typeface="Consolas"/>
              </a:rPr>
              <a:t>tasks</a:t>
            </a:r>
            <a:r>
              <a:rPr b="0" i="0">
                <a:solidFill>
                  <a:schemeClr val="dk1"/>
                </a:solidFill>
                <a:latin typeface="Consolas"/>
              </a:rPr>
              <a:t>)</a:t>
            </a:r>
            <a:r>
              <a:rPr b="0" i="0">
                <a:solidFill>
                  <a:schemeClr val="dk1"/>
                </a:solidFill>
                <a:latin typeface="Consolas"/>
              </a:rPr>
              <a:t>)</a:t>
            </a:r>
            <a:endParaRPr>
              <a:solidFill>
                <a:schemeClr val="dk1"/>
              </a:solidFill>
            </a:endParaRP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pPr>
              <a:defRPr>
                <a:solidFill>
                  <a:schemeClr val="accent6"/>
                </a:solidFill>
              </a:defRPr>
            </a:pPr>
            <a:r>
              <a:rPr>
                <a:solidFill>
                  <a:schemeClr val="accent6"/>
                </a:solidFill>
              </a:rPr>
              <a:t>Syntax highlighting: TypeScript</a:t>
            </a:r>
            <a:endParaRPr>
              <a:solidFill>
                <a:schemeClr val="accent6"/>
              </a:solidFill>
            </a:endParaRPr>
          </a:p>
        </p:txBody>
      </p:sp>
      <p:sp>
        <p:nvSpPr>
          <p:cNvPr id="3" name="Content Placeholder 2"/>
          <p:cNvSpPr>
            <a:spLocks noGrp="1"/>
          </p:cNvSpPr>
          <p:nvPr>
            <p:ph idx="1"/>
          </p:nvPr>
        </p:nvSpPr>
        <p:spPr/>
        <p:txBody>
          <a:bodyPr wrap="square">
            <a:normAutofit/>
          </a:bodyPr>
          <a:lstStyle/>
          <a:p>
            <a:pPr marL="0" indent="0">
              <a:buNone/>
              <a:defRPr>
                <a:solidFill>
                  <a:schemeClr val="dk1"/>
                </a:solidFill>
              </a:defRPr>
            </a:pPr>
            <a:r>
              <a:rPr b="0" i="1">
                <a:solidFill>
                  <a:srgbClr val="3D7B7B"/>
                </a:solidFill>
                <a:latin typeface="Consolas"/>
              </a:rPr>
              <a:t>// Calculate the remaining work</a:t>
            </a:r>
            <a:br/>
            <a:r>
              <a:rPr b="1" i="0">
                <a:solidFill>
                  <a:srgbClr val="008000"/>
                </a:solidFill>
                <a:latin typeface="Consolas"/>
              </a:rPr>
              <a:t>type</a:t>
            </a:r>
            <a:r>
              <a:rPr b="0" i="0">
                <a:solidFill>
                  <a:schemeClr val="dk1"/>
                </a:solidFill>
                <a:latin typeface="Consolas"/>
              </a:rPr>
              <a:t> </a:t>
            </a:r>
            <a:r>
              <a:rPr b="0" i="0">
                <a:solidFill>
                  <a:schemeClr val="dk1"/>
                </a:solidFill>
                <a:latin typeface="Consolas"/>
              </a:rPr>
              <a:t>Project</a:t>
            </a:r>
            <a:r>
              <a:rPr b="0" i="0">
                <a:solidFill>
                  <a:schemeClr val="dk1"/>
                </a:solidFill>
                <a:latin typeface="Consolas"/>
              </a:rPr>
              <a:t> </a:t>
            </a:r>
            <a:r>
              <a:rPr b="0" i="0">
                <a:solidFill>
                  <a:srgbClr val="666666"/>
                </a:solidFill>
                <a:latin typeface="Consolas"/>
              </a:rPr>
              <a:t>=</a:t>
            </a:r>
            <a:r>
              <a:rPr b="0" i="0">
                <a:solidFill>
                  <a:schemeClr val="dk1"/>
                </a:solidFill>
                <a:latin typeface="Consolas"/>
              </a:rPr>
              <a:t> </a:t>
            </a:r>
            <a:r>
              <a:rPr b="0" i="0">
                <a:solidFill>
                  <a:schemeClr val="dk1"/>
                </a:solidFill>
                <a:latin typeface="Consolas"/>
              </a:rPr>
              <a:t>{</a:t>
            </a:r>
            <a:r>
              <a:rPr b="0" i="0">
                <a:solidFill>
                  <a:schemeClr val="dk1"/>
                </a:solidFill>
                <a:latin typeface="Consolas"/>
              </a:rPr>
              <a:t> </a:t>
            </a:r>
            <a:r>
              <a:rPr b="0" i="0">
                <a:solidFill>
                  <a:schemeClr val="dk1"/>
                </a:solidFill>
                <a:latin typeface="Consolas"/>
              </a:rPr>
              <a:t>name</a:t>
            </a:r>
            <a:r>
              <a:rPr b="0" i="0">
                <a:solidFill>
                  <a:srgbClr val="666666"/>
                </a:solidFill>
                <a:latin typeface="Consolas"/>
              </a:rPr>
              <a:t>:</a:t>
            </a:r>
            <a:r>
              <a:rPr b="0" i="0">
                <a:solidFill>
                  <a:schemeClr val="dk1"/>
                </a:solidFill>
                <a:latin typeface="Consolas"/>
              </a:rPr>
              <a:t> </a:t>
            </a:r>
            <a:r>
              <a:rPr b="0" i="0">
                <a:solidFill>
                  <a:srgbClr val="B00040"/>
                </a:solidFill>
                <a:latin typeface="Consolas"/>
              </a:rPr>
              <a:t>string</a:t>
            </a:r>
            <a:r>
              <a:rPr b="0" i="0">
                <a:solidFill>
                  <a:schemeClr val="dk1"/>
                </a:solidFill>
                <a:latin typeface="Consolas"/>
              </a:rPr>
              <a:t>,</a:t>
            </a:r>
            <a:r>
              <a:rPr b="0" i="0">
                <a:solidFill>
                  <a:schemeClr val="dk1"/>
                </a:solidFill>
                <a:latin typeface="Consolas"/>
              </a:rPr>
              <a:t> </a:t>
            </a:r>
            <a:r>
              <a:rPr b="0" i="0">
                <a:solidFill>
                  <a:schemeClr val="dk1"/>
                </a:solidFill>
                <a:latin typeface="Consolas"/>
              </a:rPr>
              <a:t>completed</a:t>
            </a:r>
            <a:r>
              <a:rPr b="0" i="0">
                <a:solidFill>
                  <a:srgbClr val="666666"/>
                </a:solidFill>
                <a:latin typeface="Consolas"/>
              </a:rPr>
              <a:t>:</a:t>
            </a:r>
            <a:r>
              <a:rPr b="0" i="0">
                <a:solidFill>
                  <a:schemeClr val="dk1"/>
                </a:solidFill>
                <a:latin typeface="Consolas"/>
              </a:rPr>
              <a:t> </a:t>
            </a:r>
            <a:r>
              <a:rPr b="0" i="0">
                <a:solidFill>
                  <a:srgbClr val="B00040"/>
                </a:solidFill>
                <a:latin typeface="Consolas"/>
              </a:rPr>
              <a:t>number</a:t>
            </a:r>
            <a:r>
              <a:rPr b="0" i="0">
                <a:solidFill>
                  <a:schemeClr val="dk1"/>
                </a:solidFill>
                <a:latin typeface="Consolas"/>
              </a:rPr>
              <a:t> </a:t>
            </a:r>
            <a:r>
              <a:rPr b="0" i="0">
                <a:solidFill>
                  <a:schemeClr val="dk1"/>
                </a:solidFill>
                <a:latin typeface="Consolas"/>
              </a:rPr>
              <a:t>}</a:t>
            </a:r>
            <a:br/>
            <a:br/>
            <a:r>
              <a:rPr b="1" i="0">
                <a:solidFill>
                  <a:srgbClr val="008000"/>
                </a:solidFill>
                <a:latin typeface="Consolas"/>
              </a:rPr>
              <a:t>const</a:t>
            </a:r>
            <a:r>
              <a:rPr b="0" i="0">
                <a:solidFill>
                  <a:schemeClr val="dk1"/>
                </a:solidFill>
                <a:latin typeface="Consolas"/>
              </a:rPr>
              <a:t> </a:t>
            </a:r>
            <a:r>
              <a:rPr b="0" i="0">
                <a:solidFill>
                  <a:schemeClr val="dk1"/>
                </a:solidFill>
                <a:latin typeface="Consolas"/>
              </a:rPr>
              <a:t>remaining</a:t>
            </a:r>
            <a:r>
              <a:rPr b="0" i="0">
                <a:solidFill>
                  <a:schemeClr val="dk1"/>
                </a:solidFill>
                <a:latin typeface="Consolas"/>
              </a:rPr>
              <a:t> </a:t>
            </a:r>
            <a:r>
              <a:rPr b="0" i="0">
                <a:solidFill>
                  <a:srgbClr val="666666"/>
                </a:solidFill>
                <a:latin typeface="Consolas"/>
              </a:rPr>
              <a:t>=</a:t>
            </a:r>
            <a:r>
              <a:rPr b="0" i="0">
                <a:solidFill>
                  <a:schemeClr val="dk1"/>
                </a:solidFill>
                <a:latin typeface="Consolas"/>
              </a:rPr>
              <a:t> </a:t>
            </a:r>
            <a:r>
              <a:rPr b="0" i="0">
                <a:solidFill>
                  <a:schemeClr val="dk1"/>
                </a:solidFill>
                <a:latin typeface="Consolas"/>
              </a:rPr>
              <a:t>(</a:t>
            </a:r>
            <a:r>
              <a:rPr b="0" i="0">
                <a:solidFill>
                  <a:schemeClr val="dk1"/>
                </a:solidFill>
                <a:latin typeface="Consolas"/>
              </a:rPr>
              <a:t>project</a:t>
            </a:r>
            <a:r>
              <a:rPr b="0" i="0">
                <a:solidFill>
                  <a:srgbClr val="666666"/>
                </a:solidFill>
                <a:latin typeface="Consolas"/>
              </a:rPr>
              <a:t>:</a:t>
            </a:r>
            <a:r>
              <a:rPr b="0" i="0">
                <a:solidFill>
                  <a:schemeClr val="dk1"/>
                </a:solidFill>
                <a:latin typeface="Consolas"/>
              </a:rPr>
              <a:t> </a:t>
            </a:r>
            <a:r>
              <a:rPr b="0" i="0">
                <a:solidFill>
                  <a:srgbClr val="B00040"/>
                </a:solidFill>
                <a:latin typeface="Consolas"/>
              </a:rPr>
              <a:t>Project</a:t>
            </a:r>
            <a:r>
              <a:rPr b="0" i="0">
                <a:solidFill>
                  <a:schemeClr val="dk1"/>
                </a:solidFill>
                <a:latin typeface="Consolas"/>
              </a:rPr>
              <a:t>)</a:t>
            </a:r>
            <a:r>
              <a:rPr b="0" i="0">
                <a:solidFill>
                  <a:srgbClr val="666666"/>
                </a:solidFill>
                <a:latin typeface="Consolas"/>
              </a:rPr>
              <a:t>:</a:t>
            </a:r>
            <a:r>
              <a:rPr b="0" i="0">
                <a:solidFill>
                  <a:schemeClr val="dk1"/>
                </a:solidFill>
                <a:latin typeface="Consolas"/>
              </a:rPr>
              <a:t> </a:t>
            </a:r>
            <a:r>
              <a:rPr b="0" i="0">
                <a:solidFill>
                  <a:srgbClr val="B00040"/>
                </a:solidFill>
                <a:latin typeface="Consolas"/>
              </a:rPr>
              <a:t>number</a:t>
            </a:r>
            <a:r>
              <a:rPr b="0" i="0">
                <a:solidFill>
                  <a:schemeClr val="dk1"/>
                </a:solidFill>
                <a:latin typeface="Consolas"/>
              </a:rPr>
              <a:t> </a:t>
            </a:r>
            <a:r>
              <a:rPr b="0" i="0">
                <a:solidFill>
                  <a:schemeClr val="dk1"/>
                </a:solidFill>
                <a:latin typeface="Consolas"/>
              </a:rPr>
              <a:t>=&gt;</a:t>
            </a:r>
            <a:r>
              <a:rPr b="0" i="0">
                <a:solidFill>
                  <a:schemeClr val="dk1"/>
                </a:solidFill>
                <a:latin typeface="Consolas"/>
              </a:rPr>
              <a:t> </a:t>
            </a:r>
            <a:r>
              <a:rPr b="0" i="0">
                <a:solidFill>
                  <a:schemeClr val="dk1"/>
                </a:solidFill>
                <a:latin typeface="Consolas"/>
              </a:rPr>
              <a:t>{</a:t>
            </a:r>
            <a:br/>
            <a:r>
              <a:rPr b="0" i="0">
                <a:solidFill>
                  <a:schemeClr val="dk1"/>
                </a:solidFill>
                <a:latin typeface="Consolas"/>
              </a:rPr>
              <a:t>  </a:t>
            </a:r>
            <a:r>
              <a:rPr b="1" i="0">
                <a:solidFill>
                  <a:srgbClr val="008000"/>
                </a:solidFill>
                <a:latin typeface="Consolas"/>
              </a:rPr>
              <a:t>return</a:t>
            </a:r>
            <a:r>
              <a:rPr b="0" i="0">
                <a:solidFill>
                  <a:schemeClr val="dk1"/>
                </a:solidFill>
                <a:latin typeface="Consolas"/>
              </a:rPr>
              <a:t> </a:t>
            </a:r>
            <a:r>
              <a:rPr b="0" i="0">
                <a:solidFill>
                  <a:srgbClr val="008000"/>
                </a:solidFill>
                <a:latin typeface="Consolas"/>
              </a:rPr>
              <a:t>Math</a:t>
            </a:r>
            <a:r>
              <a:rPr b="0" i="0">
                <a:solidFill>
                  <a:schemeClr val="dk1"/>
                </a:solidFill>
                <a:latin typeface="Consolas"/>
              </a:rPr>
              <a:t>.</a:t>
            </a:r>
            <a:r>
              <a:rPr b="0" i="0">
                <a:solidFill>
                  <a:schemeClr val="dk1"/>
                </a:solidFill>
                <a:latin typeface="Consolas"/>
              </a:rPr>
              <a:t>max</a:t>
            </a:r>
            <a:r>
              <a:rPr b="0" i="0">
                <a:solidFill>
                  <a:schemeClr val="dk1"/>
                </a:solidFill>
                <a:latin typeface="Consolas"/>
              </a:rPr>
              <a:t>(</a:t>
            </a:r>
            <a:r>
              <a:rPr b="0" i="0">
                <a:solidFill>
                  <a:srgbClr val="666666"/>
                </a:solidFill>
                <a:latin typeface="Consolas"/>
              </a:rPr>
              <a:t>0</a:t>
            </a:r>
            <a:r>
              <a:rPr b="0" i="0">
                <a:solidFill>
                  <a:schemeClr val="dk1"/>
                </a:solidFill>
                <a:latin typeface="Consolas"/>
              </a:rPr>
              <a:t>,</a:t>
            </a:r>
            <a:r>
              <a:rPr b="0" i="0">
                <a:solidFill>
                  <a:schemeClr val="dk1"/>
                </a:solidFill>
                <a:latin typeface="Consolas"/>
              </a:rPr>
              <a:t> </a:t>
            </a:r>
            <a:r>
              <a:rPr b="0" i="0">
                <a:solidFill>
                  <a:srgbClr val="666666"/>
                </a:solidFill>
                <a:latin typeface="Consolas"/>
              </a:rPr>
              <a:t>10</a:t>
            </a:r>
            <a:r>
              <a:rPr b="0" i="0">
                <a:solidFill>
                  <a:schemeClr val="dk1"/>
                </a:solidFill>
                <a:latin typeface="Consolas"/>
              </a:rPr>
              <a:t> </a:t>
            </a:r>
            <a:r>
              <a:rPr b="0" i="0">
                <a:solidFill>
                  <a:srgbClr val="666666"/>
                </a:solidFill>
                <a:latin typeface="Consolas"/>
              </a:rPr>
              <a:t>-</a:t>
            </a:r>
            <a:r>
              <a:rPr b="0" i="0">
                <a:solidFill>
                  <a:schemeClr val="dk1"/>
                </a:solidFill>
                <a:latin typeface="Consolas"/>
              </a:rPr>
              <a:t> </a:t>
            </a:r>
            <a:r>
              <a:rPr b="0" i="0">
                <a:solidFill>
                  <a:schemeClr val="dk1"/>
                </a:solidFill>
                <a:latin typeface="Consolas"/>
              </a:rPr>
              <a:t>project</a:t>
            </a:r>
            <a:r>
              <a:rPr b="0" i="0">
                <a:solidFill>
                  <a:schemeClr val="dk1"/>
                </a:solidFill>
                <a:latin typeface="Consolas"/>
              </a:rPr>
              <a:t>.</a:t>
            </a:r>
            <a:r>
              <a:rPr b="0" i="0">
                <a:solidFill>
                  <a:schemeClr val="dk1"/>
                </a:solidFill>
                <a:latin typeface="Consolas"/>
              </a:rPr>
              <a:t>completed</a:t>
            </a:r>
            <a:r>
              <a:rPr b="0" i="0">
                <a:solidFill>
                  <a:schemeClr val="dk1"/>
                </a:solidFill>
                <a:latin typeface="Consolas"/>
              </a:rPr>
              <a:t>)</a:t>
            </a:r>
            <a:br/>
            <a:r>
              <a:rPr b="0" i="0">
                <a:solidFill>
                  <a:schemeClr val="dk1"/>
                </a:solidFill>
                <a:latin typeface="Consolas"/>
              </a:rPr>
              <a:t>}</a:t>
            </a:r>
            <a:br/>
            <a:br/>
            <a:r>
              <a:rPr b="1" i="0">
                <a:solidFill>
                  <a:srgbClr val="008000"/>
                </a:solidFill>
                <a:latin typeface="Consolas"/>
              </a:rPr>
              <a:t>const</a:t>
            </a:r>
            <a:r>
              <a:rPr b="0" i="0">
                <a:solidFill>
                  <a:schemeClr val="dk1"/>
                </a:solidFill>
                <a:latin typeface="Consolas"/>
              </a:rPr>
              <a:t> </a:t>
            </a:r>
            <a:r>
              <a:rPr b="0" i="0">
                <a:solidFill>
                  <a:schemeClr val="dk1"/>
                </a:solidFill>
                <a:latin typeface="Consolas"/>
              </a:rPr>
              <a:t>launch</a:t>
            </a:r>
            <a:r>
              <a:rPr b="0" i="0">
                <a:solidFill>
                  <a:schemeClr val="dk1"/>
                </a:solidFill>
                <a:latin typeface="Consolas"/>
              </a:rPr>
              <a:t> </a:t>
            </a:r>
            <a:r>
              <a:rPr b="0" i="0">
                <a:solidFill>
                  <a:srgbClr val="666666"/>
                </a:solidFill>
                <a:latin typeface="Consolas"/>
              </a:rPr>
              <a:t>=</a:t>
            </a:r>
            <a:r>
              <a:rPr b="0" i="0">
                <a:solidFill>
                  <a:schemeClr val="dk1"/>
                </a:solidFill>
                <a:latin typeface="Consolas"/>
              </a:rPr>
              <a:t> </a:t>
            </a:r>
            <a:r>
              <a:rPr b="0" i="0">
                <a:solidFill>
                  <a:schemeClr val="dk1"/>
                </a:solidFill>
                <a:latin typeface="Consolas"/>
              </a:rPr>
              <a:t>{</a:t>
            </a:r>
            <a:r>
              <a:rPr b="0" i="0">
                <a:solidFill>
                  <a:schemeClr val="dk1"/>
                </a:solidFill>
                <a:latin typeface="Consolas"/>
              </a:rPr>
              <a:t> </a:t>
            </a:r>
            <a:r>
              <a:rPr b="0" i="0">
                <a:solidFill>
                  <a:schemeClr val="dk1"/>
                </a:solidFill>
                <a:latin typeface="Consolas"/>
              </a:rPr>
              <a:t>name</a:t>
            </a:r>
            <a:r>
              <a:rPr b="0" i="0">
                <a:solidFill>
                  <a:srgbClr val="666666"/>
                </a:solidFill>
                <a:latin typeface="Consolas"/>
              </a:rPr>
              <a:t>:</a:t>
            </a:r>
            <a:r>
              <a:rPr b="0" i="0">
                <a:solidFill>
                  <a:schemeClr val="dk1"/>
                </a:solidFill>
                <a:latin typeface="Consolas"/>
              </a:rPr>
              <a:t> </a:t>
            </a:r>
            <a:r>
              <a:rPr b="0" i="0">
                <a:solidFill>
                  <a:srgbClr val="BA2121"/>
                </a:solidFill>
                <a:latin typeface="Consolas"/>
              </a:rPr>
              <a:t>"Launch"</a:t>
            </a:r>
            <a:r>
              <a:rPr b="0" i="0">
                <a:solidFill>
                  <a:schemeClr val="dk1"/>
                </a:solidFill>
                <a:latin typeface="Consolas"/>
              </a:rPr>
              <a:t>,</a:t>
            </a:r>
            <a:r>
              <a:rPr b="0" i="0">
                <a:solidFill>
                  <a:schemeClr val="dk1"/>
                </a:solidFill>
                <a:latin typeface="Consolas"/>
              </a:rPr>
              <a:t> </a:t>
            </a:r>
            <a:r>
              <a:rPr b="0" i="0">
                <a:solidFill>
                  <a:schemeClr val="dk1"/>
                </a:solidFill>
                <a:latin typeface="Consolas"/>
              </a:rPr>
              <a:t>completed</a:t>
            </a:r>
            <a:r>
              <a:rPr b="0" i="0">
                <a:solidFill>
                  <a:srgbClr val="666666"/>
                </a:solidFill>
                <a:latin typeface="Consolas"/>
              </a:rPr>
              <a:t>:</a:t>
            </a:r>
            <a:r>
              <a:rPr b="0" i="0">
                <a:solidFill>
                  <a:schemeClr val="dk1"/>
                </a:solidFill>
                <a:latin typeface="Consolas"/>
              </a:rPr>
              <a:t> </a:t>
            </a:r>
            <a:r>
              <a:rPr b="0" i="0">
                <a:solidFill>
                  <a:srgbClr val="B00040"/>
                </a:solidFill>
                <a:latin typeface="Consolas"/>
              </a:rPr>
              <a:t>7</a:t>
            </a:r>
            <a:r>
              <a:rPr b="0" i="0">
                <a:solidFill>
                  <a:schemeClr val="dk1"/>
                </a:solidFill>
                <a:latin typeface="Consolas"/>
              </a:rPr>
              <a:t> </a:t>
            </a:r>
            <a:r>
              <a:rPr b="0" i="0">
                <a:solidFill>
                  <a:schemeClr val="dk1"/>
                </a:solidFill>
                <a:latin typeface="Consolas"/>
              </a:rPr>
              <a:t>}</a:t>
            </a:r>
            <a:br/>
            <a:r>
              <a:rPr b="0" i="0">
                <a:solidFill>
                  <a:schemeClr val="dk1"/>
                </a:solidFill>
                <a:latin typeface="Consolas"/>
              </a:rPr>
              <a:t>console</a:t>
            </a:r>
            <a:r>
              <a:rPr b="0" i="0">
                <a:solidFill>
                  <a:schemeClr val="dk1"/>
                </a:solidFill>
                <a:latin typeface="Consolas"/>
              </a:rPr>
              <a:t>.</a:t>
            </a:r>
            <a:r>
              <a:rPr b="0" i="0">
                <a:solidFill>
                  <a:schemeClr val="dk1"/>
                </a:solidFill>
                <a:latin typeface="Consolas"/>
              </a:rPr>
              <a:t>log</a:t>
            </a:r>
            <a:r>
              <a:rPr b="0" i="0">
                <a:solidFill>
                  <a:schemeClr val="dk1"/>
                </a:solidFill>
                <a:latin typeface="Consolas"/>
              </a:rPr>
              <a:t>(</a:t>
            </a:r>
            <a:r>
              <a:rPr b="0" i="0">
                <a:solidFill>
                  <a:srgbClr val="BA2121"/>
                </a:solidFill>
                <a:latin typeface="Consolas"/>
              </a:rPr>
              <a:t>`</a:t>
            </a:r>
            <a:r>
              <a:rPr b="0" i="0">
                <a:solidFill>
                  <a:srgbClr val="BA2121"/>
                </a:solidFill>
                <a:latin typeface="Consolas"/>
              </a:rPr>
              <a:t>Remaining: </a:t>
            </a:r>
            <a:r>
              <a:rPr b="1" i="0">
                <a:solidFill>
                  <a:srgbClr val="A45A77"/>
                </a:solidFill>
                <a:latin typeface="Consolas"/>
              </a:rPr>
              <a:t>${</a:t>
            </a:r>
            <a:r>
              <a:rPr b="0" i="0">
                <a:solidFill>
                  <a:schemeClr val="dk1"/>
                </a:solidFill>
                <a:latin typeface="Consolas"/>
              </a:rPr>
              <a:t>remaining</a:t>
            </a:r>
            <a:r>
              <a:rPr b="0" i="0">
                <a:solidFill>
                  <a:schemeClr val="dk1"/>
                </a:solidFill>
                <a:latin typeface="Consolas"/>
              </a:rPr>
              <a:t>(</a:t>
            </a:r>
            <a:r>
              <a:rPr b="0" i="0">
                <a:solidFill>
                  <a:schemeClr val="dk1"/>
                </a:solidFill>
                <a:latin typeface="Consolas"/>
              </a:rPr>
              <a:t>launch</a:t>
            </a:r>
            <a:r>
              <a:rPr b="0" i="0">
                <a:solidFill>
                  <a:schemeClr val="dk1"/>
                </a:solidFill>
                <a:latin typeface="Consolas"/>
              </a:rPr>
              <a:t>)</a:t>
            </a:r>
            <a:r>
              <a:rPr b="1" i="0">
                <a:solidFill>
                  <a:srgbClr val="A45A77"/>
                </a:solidFill>
                <a:latin typeface="Consolas"/>
              </a:rPr>
              <a:t>}</a:t>
            </a:r>
            <a:r>
              <a:rPr b="0" i="0">
                <a:solidFill>
                  <a:srgbClr val="BA2121"/>
                </a:solidFill>
                <a:latin typeface="Consolas"/>
              </a:rPr>
              <a:t>`</a:t>
            </a:r>
            <a:r>
              <a:rPr b="0" i="0">
                <a:solidFill>
                  <a:schemeClr val="dk1"/>
                </a:solidFill>
                <a:latin typeface="Consolas"/>
              </a:rPr>
              <a:t>)</a:t>
            </a:r>
            <a:endParaRPr>
              <a:solidFill>
                <a:schemeClr val="dk1"/>
              </a:solidFill>
            </a:endParaRP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pPr>
              <a:defRPr>
                <a:solidFill>
                  <a:schemeClr val="accent6"/>
                </a:solidFill>
              </a:defRPr>
            </a:pPr>
            <a:r>
              <a:rPr>
                <a:solidFill>
                  <a:schemeClr val="accent6"/>
                </a:solidFill>
              </a:rPr>
              <a:t>Syntax highlighting: HTML</a:t>
            </a:r>
            <a:endParaRPr>
              <a:solidFill>
                <a:schemeClr val="accent6"/>
              </a:solidFill>
            </a:endParaRPr>
          </a:p>
        </p:txBody>
      </p:sp>
      <p:sp>
        <p:nvSpPr>
          <p:cNvPr id="3" name="Content Placeholder 2"/>
          <p:cNvSpPr>
            <a:spLocks noGrp="1"/>
          </p:cNvSpPr>
          <p:nvPr>
            <p:ph idx="1"/>
          </p:nvPr>
        </p:nvSpPr>
        <p:spPr/>
        <p:txBody>
          <a:bodyPr wrap="square">
            <a:normAutofit/>
          </a:bodyPr>
          <a:lstStyle/>
          <a:p>
            <a:pPr marL="0" indent="0">
              <a:buNone/>
              <a:defRPr>
                <a:solidFill>
                  <a:schemeClr val="dk1"/>
                </a:solidFill>
              </a:defRPr>
            </a:pPr>
            <a:r>
              <a:rPr b="0" i="1">
                <a:solidFill>
                  <a:srgbClr val="3D7B7B"/>
                </a:solidFill>
                <a:latin typeface="Consolas"/>
              </a:rPr>
              <a:t>&lt;!-- A compact project card --&gt;</a:t>
            </a:r>
            <a:br/>
            <a:r>
              <a:rPr b="0" i="0">
                <a:solidFill>
                  <a:schemeClr val="dk1"/>
                </a:solidFill>
                <a:latin typeface="Consolas"/>
              </a:rPr>
              <a:t>&lt;</a:t>
            </a:r>
            <a:r>
              <a:rPr b="1" i="0">
                <a:solidFill>
                  <a:srgbClr val="008000"/>
                </a:solidFill>
                <a:latin typeface="Consolas"/>
              </a:rPr>
              <a:t>article</a:t>
            </a:r>
            <a:r>
              <a:rPr b="0" i="0">
                <a:solidFill>
                  <a:schemeClr val="dk1"/>
                </a:solidFill>
                <a:latin typeface="Consolas"/>
              </a:rPr>
              <a:t> </a:t>
            </a:r>
            <a:r>
              <a:rPr b="0" i="0">
                <a:solidFill>
                  <a:srgbClr val="687822"/>
                </a:solidFill>
                <a:latin typeface="Consolas"/>
              </a:rPr>
              <a:t>class</a:t>
            </a:r>
            <a:r>
              <a:rPr b="0" i="0">
                <a:solidFill>
                  <a:srgbClr val="666666"/>
                </a:solidFill>
                <a:latin typeface="Consolas"/>
              </a:rPr>
              <a:t>=</a:t>
            </a:r>
            <a:r>
              <a:rPr b="0" i="0">
                <a:solidFill>
                  <a:srgbClr val="BA2121"/>
                </a:solidFill>
                <a:latin typeface="Consolas"/>
              </a:rPr>
              <a:t>"project-card"</a:t>
            </a:r>
            <a:r>
              <a:rPr b="0" i="0">
                <a:solidFill>
                  <a:schemeClr val="dk1"/>
                </a:solidFill>
                <a:latin typeface="Consolas"/>
              </a:rPr>
              <a:t>&gt;</a:t>
            </a:r>
            <a:br/>
            <a:r>
              <a:rPr b="0" i="0">
                <a:solidFill>
                  <a:schemeClr val="dk1"/>
                </a:solidFill>
                <a:latin typeface="Consolas"/>
              </a:rPr>
              <a:t>  </a:t>
            </a:r>
            <a:r>
              <a:rPr b="0" i="0">
                <a:solidFill>
                  <a:schemeClr val="dk1"/>
                </a:solidFill>
                <a:latin typeface="Consolas"/>
              </a:rPr>
              <a:t>&lt;</a:t>
            </a:r>
            <a:r>
              <a:rPr b="1" i="0">
                <a:solidFill>
                  <a:srgbClr val="008000"/>
                </a:solidFill>
                <a:latin typeface="Consolas"/>
              </a:rPr>
              <a:t>h2</a:t>
            </a:r>
            <a:r>
              <a:rPr b="0" i="0">
                <a:solidFill>
                  <a:schemeClr val="dk1"/>
                </a:solidFill>
                <a:latin typeface="Consolas"/>
              </a:rPr>
              <a:t> </a:t>
            </a:r>
            <a:r>
              <a:rPr b="0" i="0">
                <a:solidFill>
                  <a:srgbClr val="687822"/>
                </a:solidFill>
                <a:latin typeface="Consolas"/>
              </a:rPr>
              <a:t>id</a:t>
            </a:r>
            <a:r>
              <a:rPr b="0" i="0">
                <a:solidFill>
                  <a:srgbClr val="666666"/>
                </a:solidFill>
                <a:latin typeface="Consolas"/>
              </a:rPr>
              <a:t>=</a:t>
            </a:r>
            <a:r>
              <a:rPr b="0" i="0">
                <a:solidFill>
                  <a:srgbClr val="BA2121"/>
                </a:solidFill>
                <a:latin typeface="Consolas"/>
              </a:rPr>
              <a:t>"title"</a:t>
            </a:r>
            <a:r>
              <a:rPr b="0" i="0">
                <a:solidFill>
                  <a:schemeClr val="dk1"/>
                </a:solidFill>
                <a:latin typeface="Consolas"/>
              </a:rPr>
              <a:t>&gt;</a:t>
            </a:r>
            <a:r>
              <a:rPr b="0" i="0">
                <a:solidFill>
                  <a:schemeClr val="dk1"/>
                </a:solidFill>
                <a:latin typeface="Consolas"/>
              </a:rPr>
              <a:t>Launch checklist</a:t>
            </a:r>
            <a:r>
              <a:rPr b="0" i="0">
                <a:solidFill>
                  <a:schemeClr val="dk1"/>
                </a:solidFill>
                <a:latin typeface="Consolas"/>
              </a:rPr>
              <a:t>&lt;</a:t>
            </a:r>
            <a:r>
              <a:rPr b="0" i="0">
                <a:solidFill>
                  <a:schemeClr val="dk1"/>
                </a:solidFill>
                <a:latin typeface="Consolas"/>
              </a:rPr>
              <a:t>/</a:t>
            </a:r>
            <a:r>
              <a:rPr b="1" i="0">
                <a:solidFill>
                  <a:srgbClr val="008000"/>
                </a:solidFill>
                <a:latin typeface="Consolas"/>
              </a:rPr>
              <a:t>h2</a:t>
            </a:r>
            <a:r>
              <a:rPr b="0" i="0">
                <a:solidFill>
                  <a:schemeClr val="dk1"/>
                </a:solidFill>
                <a:latin typeface="Consolas"/>
              </a:rPr>
              <a:t>&gt;</a:t>
            </a:r>
            <a:br/>
            <a:r>
              <a:rPr b="0" i="0">
                <a:solidFill>
                  <a:schemeClr val="dk1"/>
                </a:solidFill>
                <a:latin typeface="Consolas"/>
              </a:rPr>
              <a:t>  </a:t>
            </a:r>
            <a:r>
              <a:rPr b="0" i="0">
                <a:solidFill>
                  <a:schemeClr val="dk1"/>
                </a:solidFill>
                <a:latin typeface="Consolas"/>
              </a:rPr>
              <a:t>&lt;</a:t>
            </a:r>
            <a:r>
              <a:rPr b="1" i="0">
                <a:solidFill>
                  <a:srgbClr val="008000"/>
                </a:solidFill>
                <a:latin typeface="Consolas"/>
              </a:rPr>
              <a:t>p</a:t>
            </a:r>
            <a:r>
              <a:rPr b="0" i="0">
                <a:solidFill>
                  <a:schemeClr val="dk1"/>
                </a:solidFill>
                <a:latin typeface="Consolas"/>
              </a:rPr>
              <a:t>&gt;</a:t>
            </a:r>
            <a:r>
              <a:rPr b="0" i="0">
                <a:solidFill>
                  <a:schemeClr val="dk1"/>
                </a:solidFill>
                <a:latin typeface="Consolas"/>
              </a:rPr>
              <a:t>Three steps remain before release.</a:t>
            </a:r>
            <a:r>
              <a:rPr b="0" i="0">
                <a:solidFill>
                  <a:schemeClr val="dk1"/>
                </a:solidFill>
                <a:latin typeface="Consolas"/>
              </a:rPr>
              <a:t>&lt;</a:t>
            </a:r>
            <a:r>
              <a:rPr b="0" i="0">
                <a:solidFill>
                  <a:schemeClr val="dk1"/>
                </a:solidFill>
                <a:latin typeface="Consolas"/>
              </a:rPr>
              <a:t>/</a:t>
            </a:r>
            <a:r>
              <a:rPr b="1" i="0">
                <a:solidFill>
                  <a:srgbClr val="008000"/>
                </a:solidFill>
                <a:latin typeface="Consolas"/>
              </a:rPr>
              <a:t>p</a:t>
            </a:r>
            <a:r>
              <a:rPr b="0" i="0">
                <a:solidFill>
                  <a:schemeClr val="dk1"/>
                </a:solidFill>
                <a:latin typeface="Consolas"/>
              </a:rPr>
              <a:t>&gt;</a:t>
            </a:r>
            <a:br/>
            <a:r>
              <a:rPr b="0" i="0">
                <a:solidFill>
                  <a:schemeClr val="dk1"/>
                </a:solidFill>
                <a:latin typeface="Consolas"/>
              </a:rPr>
              <a:t>  </a:t>
            </a:r>
            <a:r>
              <a:rPr b="0" i="0">
                <a:solidFill>
                  <a:schemeClr val="dk1"/>
                </a:solidFill>
                <a:latin typeface="Consolas"/>
              </a:rPr>
              <a:t>&lt;</a:t>
            </a:r>
            <a:r>
              <a:rPr b="1" i="0">
                <a:solidFill>
                  <a:srgbClr val="008000"/>
                </a:solidFill>
                <a:latin typeface="Consolas"/>
              </a:rPr>
              <a:t>ul</a:t>
            </a:r>
            <a:r>
              <a:rPr b="0" i="0">
                <a:solidFill>
                  <a:schemeClr val="dk1"/>
                </a:solidFill>
                <a:latin typeface="Consolas"/>
              </a:rPr>
              <a:t>&gt;</a:t>
            </a:r>
            <a:br/>
            <a:r>
              <a:rPr b="0" i="0">
                <a:solidFill>
                  <a:schemeClr val="dk1"/>
                </a:solidFill>
                <a:latin typeface="Consolas"/>
              </a:rPr>
              <a:t>    </a:t>
            </a:r>
            <a:r>
              <a:rPr b="0" i="0">
                <a:solidFill>
                  <a:schemeClr val="dk1"/>
                </a:solidFill>
                <a:latin typeface="Consolas"/>
              </a:rPr>
              <a:t>&lt;</a:t>
            </a:r>
            <a:r>
              <a:rPr b="1" i="0">
                <a:solidFill>
                  <a:srgbClr val="008000"/>
                </a:solidFill>
                <a:latin typeface="Consolas"/>
              </a:rPr>
              <a:t>li</a:t>
            </a:r>
            <a:r>
              <a:rPr b="0" i="0">
                <a:solidFill>
                  <a:schemeClr val="dk1"/>
                </a:solidFill>
                <a:latin typeface="Consolas"/>
              </a:rPr>
              <a:t>&gt;</a:t>
            </a:r>
            <a:r>
              <a:rPr b="0" i="0">
                <a:solidFill>
                  <a:schemeClr val="dk1"/>
                </a:solidFill>
                <a:latin typeface="Consolas"/>
              </a:rPr>
              <a:t>Review the preview</a:t>
            </a:r>
            <a:r>
              <a:rPr b="0" i="0">
                <a:solidFill>
                  <a:schemeClr val="dk1"/>
                </a:solidFill>
                <a:latin typeface="Consolas"/>
              </a:rPr>
              <a:t>&lt;</a:t>
            </a:r>
            <a:r>
              <a:rPr b="0" i="0">
                <a:solidFill>
                  <a:schemeClr val="dk1"/>
                </a:solidFill>
                <a:latin typeface="Consolas"/>
              </a:rPr>
              <a:t>/</a:t>
            </a:r>
            <a:r>
              <a:rPr b="1" i="0">
                <a:solidFill>
                  <a:srgbClr val="008000"/>
                </a:solidFill>
                <a:latin typeface="Consolas"/>
              </a:rPr>
              <a:t>li</a:t>
            </a:r>
            <a:r>
              <a:rPr b="0" i="0">
                <a:solidFill>
                  <a:schemeClr val="dk1"/>
                </a:solidFill>
                <a:latin typeface="Consolas"/>
              </a:rPr>
              <a:t>&gt;</a:t>
            </a:r>
            <a:br/>
            <a:r>
              <a:rPr b="0" i="0">
                <a:solidFill>
                  <a:schemeClr val="dk1"/>
                </a:solidFill>
                <a:latin typeface="Consolas"/>
              </a:rPr>
              <a:t>    </a:t>
            </a:r>
            <a:r>
              <a:rPr b="0" i="0">
                <a:solidFill>
                  <a:schemeClr val="dk1"/>
                </a:solidFill>
                <a:latin typeface="Consolas"/>
              </a:rPr>
              <a:t>&lt;</a:t>
            </a:r>
            <a:r>
              <a:rPr b="1" i="0">
                <a:solidFill>
                  <a:srgbClr val="008000"/>
                </a:solidFill>
                <a:latin typeface="Consolas"/>
              </a:rPr>
              <a:t>li</a:t>
            </a:r>
            <a:r>
              <a:rPr b="0" i="0">
                <a:solidFill>
                  <a:schemeClr val="dk1"/>
                </a:solidFill>
                <a:latin typeface="Consolas"/>
              </a:rPr>
              <a:t>&gt;</a:t>
            </a:r>
            <a:r>
              <a:rPr b="0" i="0">
                <a:solidFill>
                  <a:schemeClr val="dk1"/>
                </a:solidFill>
                <a:latin typeface="Consolas"/>
              </a:rPr>
              <a:t>Publish the update</a:t>
            </a:r>
            <a:r>
              <a:rPr b="0" i="0">
                <a:solidFill>
                  <a:schemeClr val="dk1"/>
                </a:solidFill>
                <a:latin typeface="Consolas"/>
              </a:rPr>
              <a:t>&lt;</a:t>
            </a:r>
            <a:r>
              <a:rPr b="0" i="0">
                <a:solidFill>
                  <a:schemeClr val="dk1"/>
                </a:solidFill>
                <a:latin typeface="Consolas"/>
              </a:rPr>
              <a:t>/</a:t>
            </a:r>
            <a:r>
              <a:rPr b="1" i="0">
                <a:solidFill>
                  <a:srgbClr val="008000"/>
                </a:solidFill>
                <a:latin typeface="Consolas"/>
              </a:rPr>
              <a:t>li</a:t>
            </a:r>
            <a:r>
              <a:rPr b="0" i="0">
                <a:solidFill>
                  <a:schemeClr val="dk1"/>
                </a:solidFill>
                <a:latin typeface="Consolas"/>
              </a:rPr>
              <a:t>&gt;</a:t>
            </a:r>
            <a:br/>
            <a:r>
              <a:rPr b="0" i="0">
                <a:solidFill>
                  <a:schemeClr val="dk1"/>
                </a:solidFill>
                <a:latin typeface="Consolas"/>
              </a:rPr>
              <a:t>  </a:t>
            </a:r>
            <a:r>
              <a:rPr b="0" i="0">
                <a:solidFill>
                  <a:schemeClr val="dk1"/>
                </a:solidFill>
                <a:latin typeface="Consolas"/>
              </a:rPr>
              <a:t>&lt;</a:t>
            </a:r>
            <a:r>
              <a:rPr b="0" i="0">
                <a:solidFill>
                  <a:schemeClr val="dk1"/>
                </a:solidFill>
                <a:latin typeface="Consolas"/>
              </a:rPr>
              <a:t>/</a:t>
            </a:r>
            <a:r>
              <a:rPr b="1" i="0">
                <a:solidFill>
                  <a:srgbClr val="008000"/>
                </a:solidFill>
                <a:latin typeface="Consolas"/>
              </a:rPr>
              <a:t>ul</a:t>
            </a:r>
            <a:r>
              <a:rPr b="0" i="0">
                <a:solidFill>
                  <a:schemeClr val="dk1"/>
                </a:solidFill>
                <a:latin typeface="Consolas"/>
              </a:rPr>
              <a:t>&gt;</a:t>
            </a:r>
            <a:br/>
            <a:r>
              <a:rPr b="0" i="0">
                <a:solidFill>
                  <a:schemeClr val="dk1"/>
                </a:solidFill>
                <a:latin typeface="Consolas"/>
              </a:rPr>
              <a:t>  </a:t>
            </a:r>
            <a:r>
              <a:rPr b="0" i="0">
                <a:solidFill>
                  <a:schemeClr val="dk1"/>
                </a:solidFill>
                <a:latin typeface="Consolas"/>
              </a:rPr>
              <a:t>&lt;</a:t>
            </a:r>
            <a:r>
              <a:rPr b="1" i="0">
                <a:solidFill>
                  <a:srgbClr val="008000"/>
                </a:solidFill>
                <a:latin typeface="Consolas"/>
              </a:rPr>
              <a:t>a</a:t>
            </a:r>
            <a:r>
              <a:rPr b="0" i="0">
                <a:solidFill>
                  <a:schemeClr val="dk1"/>
                </a:solidFill>
                <a:latin typeface="Consolas"/>
              </a:rPr>
              <a:t> </a:t>
            </a:r>
            <a:r>
              <a:rPr b="0" i="0">
                <a:solidFill>
                  <a:srgbClr val="687822"/>
                </a:solidFill>
                <a:latin typeface="Consolas"/>
              </a:rPr>
              <a:t>href</a:t>
            </a:r>
            <a:r>
              <a:rPr b="0" i="0">
                <a:solidFill>
                  <a:srgbClr val="666666"/>
                </a:solidFill>
                <a:latin typeface="Consolas"/>
              </a:rPr>
              <a:t>=</a:t>
            </a:r>
            <a:r>
              <a:rPr b="0" i="0">
                <a:solidFill>
                  <a:srgbClr val="BA2121"/>
                </a:solidFill>
                <a:latin typeface="Consolas"/>
              </a:rPr>
              <a:t>"/projects/launch"</a:t>
            </a:r>
            <a:r>
              <a:rPr b="0" i="0">
                <a:solidFill>
                  <a:schemeClr val="dk1"/>
                </a:solidFill>
                <a:latin typeface="Consolas"/>
              </a:rPr>
              <a:t>&gt;</a:t>
            </a:r>
            <a:r>
              <a:rPr b="0" i="0">
                <a:solidFill>
                  <a:schemeClr val="dk1"/>
                </a:solidFill>
                <a:latin typeface="Consolas"/>
              </a:rPr>
              <a:t>View project</a:t>
            </a:r>
            <a:r>
              <a:rPr b="0" i="0">
                <a:solidFill>
                  <a:schemeClr val="dk1"/>
                </a:solidFill>
                <a:latin typeface="Consolas"/>
              </a:rPr>
              <a:t>&lt;</a:t>
            </a:r>
            <a:r>
              <a:rPr b="0" i="0">
                <a:solidFill>
                  <a:schemeClr val="dk1"/>
                </a:solidFill>
                <a:latin typeface="Consolas"/>
              </a:rPr>
              <a:t>/</a:t>
            </a:r>
            <a:r>
              <a:rPr b="1" i="0">
                <a:solidFill>
                  <a:srgbClr val="008000"/>
                </a:solidFill>
                <a:latin typeface="Consolas"/>
              </a:rPr>
              <a:t>a</a:t>
            </a:r>
            <a:r>
              <a:rPr b="0" i="0">
                <a:solidFill>
                  <a:schemeClr val="dk1"/>
                </a:solidFill>
                <a:latin typeface="Consolas"/>
              </a:rPr>
              <a:t>&gt;</a:t>
            </a:r>
            <a:br/>
            <a:r>
              <a:rPr b="0" i="0">
                <a:solidFill>
                  <a:schemeClr val="dk1"/>
                </a:solidFill>
                <a:latin typeface="Consolas"/>
              </a:rPr>
              <a:t>&lt;</a:t>
            </a:r>
            <a:r>
              <a:rPr b="0" i="0">
                <a:solidFill>
                  <a:schemeClr val="dk1"/>
                </a:solidFill>
                <a:latin typeface="Consolas"/>
              </a:rPr>
              <a:t>/</a:t>
            </a:r>
            <a:r>
              <a:rPr b="1" i="0">
                <a:solidFill>
                  <a:srgbClr val="008000"/>
                </a:solidFill>
                <a:latin typeface="Consolas"/>
              </a:rPr>
              <a:t>article</a:t>
            </a:r>
            <a:r>
              <a:rPr b="0" i="0">
                <a:solidFill>
                  <a:schemeClr val="dk1"/>
                </a:solidFill>
                <a:latin typeface="Consolas"/>
              </a:rPr>
              <a:t>&gt;</a:t>
            </a:r>
            <a:endParaRPr>
              <a:solidFill>
                <a:schemeClr val="dk1"/>
              </a:solidFill>
            </a:endParaRP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pPr>
              <a:defRPr>
                <a:solidFill>
                  <a:schemeClr val="accent6"/>
                </a:solidFill>
              </a:defRPr>
            </a:pPr>
            <a:r>
              <a:rPr>
                <a:solidFill>
                  <a:schemeClr val="accent6"/>
                </a:solidFill>
              </a:rPr>
              <a:t>Syntax highlighting: CSS</a:t>
            </a:r>
            <a:endParaRPr>
              <a:solidFill>
                <a:schemeClr val="accent6"/>
              </a:solidFill>
            </a:endParaRPr>
          </a:p>
        </p:txBody>
      </p:sp>
      <p:sp>
        <p:nvSpPr>
          <p:cNvPr id="3" name="Content Placeholder 2"/>
          <p:cNvSpPr>
            <a:spLocks noGrp="1"/>
          </p:cNvSpPr>
          <p:nvPr>
            <p:ph idx="1"/>
          </p:nvPr>
        </p:nvSpPr>
        <p:spPr/>
        <p:txBody>
          <a:bodyPr wrap="square">
            <a:normAutofit/>
          </a:bodyPr>
          <a:lstStyle/>
          <a:p>
            <a:pPr marL="0" indent="0">
              <a:buNone/>
              <a:defRPr>
                <a:solidFill>
                  <a:schemeClr val="dk1"/>
                </a:solidFill>
              </a:defRPr>
            </a:pPr>
            <a:r>
              <a:rPr b="0" i="1">
                <a:solidFill>
                  <a:srgbClr val="3D7B7B"/>
                </a:solidFill>
                <a:latin typeface="Consolas"/>
              </a:rPr>
              <a:t>/* Style the project card */</a:t>
            </a:r>
            <a:br/>
            <a:r>
              <a:rPr b="0" i="0">
                <a:solidFill>
                  <a:schemeClr val="dk1"/>
                </a:solidFill>
                <a:latin typeface="Consolas"/>
              </a:rPr>
              <a:t>.</a:t>
            </a:r>
            <a:r>
              <a:rPr b="1" i="0">
                <a:solidFill>
                  <a:srgbClr val="0000FF"/>
                </a:solidFill>
                <a:latin typeface="Consolas"/>
              </a:rPr>
              <a:t>project-card</a:t>
            </a:r>
            <a:r>
              <a:rPr b="0" i="0">
                <a:solidFill>
                  <a:schemeClr val="dk1"/>
                </a:solidFill>
                <a:latin typeface="Consolas"/>
              </a:rPr>
              <a:t> </a:t>
            </a:r>
            <a:r>
              <a:rPr b="0" i="0">
                <a:solidFill>
                  <a:schemeClr val="dk1"/>
                </a:solidFill>
                <a:latin typeface="Consolas"/>
              </a:rPr>
              <a:t>{</a:t>
            </a:r>
            <a:br/>
            <a:r>
              <a:rPr b="0" i="0">
                <a:solidFill>
                  <a:schemeClr val="dk1"/>
                </a:solidFill>
                <a:latin typeface="Consolas"/>
              </a:rPr>
              <a:t>  </a:t>
            </a:r>
            <a:r>
              <a:rPr b="1" i="0">
                <a:solidFill>
                  <a:srgbClr val="008000"/>
                </a:solidFill>
                <a:latin typeface="Consolas"/>
              </a:rPr>
              <a:t>display</a:t>
            </a:r>
            <a:r>
              <a:rPr b="0" i="0">
                <a:solidFill>
                  <a:schemeClr val="dk1"/>
                </a:solidFill>
                <a:latin typeface="Consolas"/>
              </a:rPr>
              <a:t>:</a:t>
            </a:r>
            <a:r>
              <a:rPr b="0" i="0">
                <a:solidFill>
                  <a:schemeClr val="dk1"/>
                </a:solidFill>
                <a:latin typeface="Consolas"/>
              </a:rPr>
              <a:t> </a:t>
            </a:r>
            <a:r>
              <a:rPr b="1" i="0">
                <a:solidFill>
                  <a:srgbClr val="008000"/>
                </a:solidFill>
                <a:latin typeface="Consolas"/>
              </a:rPr>
              <a:t>grid</a:t>
            </a:r>
            <a:r>
              <a:rPr b="0" i="0">
                <a:solidFill>
                  <a:schemeClr val="dk1"/>
                </a:solidFill>
                <a:latin typeface="Consolas"/>
              </a:rPr>
              <a:t>;</a:t>
            </a:r>
            <a:br/>
            <a:r>
              <a:rPr b="0" i="0">
                <a:solidFill>
                  <a:schemeClr val="dk1"/>
                </a:solidFill>
                <a:latin typeface="Consolas"/>
              </a:rPr>
              <a:t>  </a:t>
            </a:r>
            <a:r>
              <a:rPr b="1" i="0">
                <a:solidFill>
                  <a:srgbClr val="008000"/>
                </a:solidFill>
                <a:latin typeface="Consolas"/>
              </a:rPr>
              <a:t>gap</a:t>
            </a:r>
            <a:r>
              <a:rPr b="0" i="0">
                <a:solidFill>
                  <a:schemeClr val="dk1"/>
                </a:solidFill>
                <a:latin typeface="Consolas"/>
              </a:rPr>
              <a:t>:</a:t>
            </a:r>
            <a:r>
              <a:rPr b="0" i="0">
                <a:solidFill>
                  <a:schemeClr val="dk1"/>
                </a:solidFill>
                <a:latin typeface="Consolas"/>
              </a:rPr>
              <a:t> </a:t>
            </a:r>
            <a:r>
              <a:rPr b="0" i="0">
                <a:solidFill>
                  <a:srgbClr val="666666"/>
                </a:solidFill>
                <a:latin typeface="Consolas"/>
              </a:rPr>
              <a:t>12</a:t>
            </a:r>
            <a:r>
              <a:rPr b="0" i="0">
                <a:solidFill>
                  <a:srgbClr val="B00040"/>
                </a:solidFill>
                <a:latin typeface="Consolas"/>
              </a:rPr>
              <a:t>px</a:t>
            </a:r>
            <a:r>
              <a:rPr b="0" i="0">
                <a:solidFill>
                  <a:schemeClr val="dk1"/>
                </a:solidFill>
                <a:latin typeface="Consolas"/>
              </a:rPr>
              <a:t>;</a:t>
            </a:r>
            <a:br/>
            <a:r>
              <a:rPr b="0" i="0">
                <a:solidFill>
                  <a:schemeClr val="dk1"/>
                </a:solidFill>
                <a:latin typeface="Consolas"/>
              </a:rPr>
              <a:t>  </a:t>
            </a:r>
            <a:r>
              <a:rPr b="1" i="0">
                <a:solidFill>
                  <a:srgbClr val="008000"/>
                </a:solidFill>
                <a:latin typeface="Consolas"/>
              </a:rPr>
              <a:t>padding</a:t>
            </a:r>
            <a:r>
              <a:rPr b="0" i="0">
                <a:solidFill>
                  <a:schemeClr val="dk1"/>
                </a:solidFill>
                <a:latin typeface="Consolas"/>
              </a:rPr>
              <a:t>:</a:t>
            </a:r>
            <a:r>
              <a:rPr b="0" i="0">
                <a:solidFill>
                  <a:schemeClr val="dk1"/>
                </a:solidFill>
                <a:latin typeface="Consolas"/>
              </a:rPr>
              <a:t> </a:t>
            </a:r>
            <a:r>
              <a:rPr b="0" i="0">
                <a:solidFill>
                  <a:srgbClr val="666666"/>
                </a:solidFill>
                <a:latin typeface="Consolas"/>
              </a:rPr>
              <a:t>24</a:t>
            </a:r>
            <a:r>
              <a:rPr b="0" i="0">
                <a:solidFill>
                  <a:srgbClr val="B00040"/>
                </a:solidFill>
                <a:latin typeface="Consolas"/>
              </a:rPr>
              <a:t>px</a:t>
            </a:r>
            <a:r>
              <a:rPr b="0" i="0">
                <a:solidFill>
                  <a:schemeClr val="dk1"/>
                </a:solidFill>
                <a:latin typeface="Consolas"/>
              </a:rPr>
              <a:t>;</a:t>
            </a:r>
            <a:br/>
            <a:r>
              <a:rPr b="0" i="0">
                <a:solidFill>
                  <a:schemeClr val="dk1"/>
                </a:solidFill>
                <a:latin typeface="Consolas"/>
              </a:rPr>
              <a:t>  </a:t>
            </a:r>
            <a:r>
              <a:rPr b="1" i="0">
                <a:solidFill>
                  <a:srgbClr val="008000"/>
                </a:solidFill>
                <a:latin typeface="Consolas"/>
              </a:rPr>
              <a:t>color</a:t>
            </a:r>
            <a:r>
              <a:rPr b="0" i="0">
                <a:solidFill>
                  <a:schemeClr val="dk1"/>
                </a:solidFill>
                <a:latin typeface="Consolas"/>
              </a:rPr>
              <a:t>:</a:t>
            </a:r>
            <a:r>
              <a:rPr b="0" i="0">
                <a:solidFill>
                  <a:schemeClr val="dk1"/>
                </a:solidFill>
                <a:latin typeface="Consolas"/>
              </a:rPr>
              <a:t> </a:t>
            </a:r>
            <a:r>
              <a:rPr b="0" i="0">
                <a:solidFill>
                  <a:srgbClr val="666666"/>
                </a:solidFill>
                <a:latin typeface="Consolas"/>
              </a:rPr>
              <a:t>#10263f</a:t>
            </a:r>
            <a:r>
              <a:rPr b="0" i="0">
                <a:solidFill>
                  <a:schemeClr val="dk1"/>
                </a:solidFill>
                <a:latin typeface="Consolas"/>
              </a:rPr>
              <a:t>;</a:t>
            </a:r>
            <a:br/>
            <a:r>
              <a:rPr b="0" i="0">
                <a:solidFill>
                  <a:schemeClr val="dk1"/>
                </a:solidFill>
                <a:latin typeface="Consolas"/>
              </a:rPr>
              <a:t>  </a:t>
            </a:r>
            <a:r>
              <a:rPr b="1" i="0">
                <a:solidFill>
                  <a:srgbClr val="008000"/>
                </a:solidFill>
                <a:latin typeface="Consolas"/>
              </a:rPr>
              <a:t>background</a:t>
            </a:r>
            <a:r>
              <a:rPr b="0" i="0">
                <a:solidFill>
                  <a:schemeClr val="dk1"/>
                </a:solidFill>
                <a:latin typeface="Consolas"/>
              </a:rPr>
              <a:t>:</a:t>
            </a:r>
            <a:r>
              <a:rPr b="0" i="0">
                <a:solidFill>
                  <a:schemeClr val="dk1"/>
                </a:solidFill>
                <a:latin typeface="Consolas"/>
              </a:rPr>
              <a:t> </a:t>
            </a:r>
            <a:r>
              <a:rPr b="0" i="0">
                <a:solidFill>
                  <a:srgbClr val="666666"/>
                </a:solidFill>
                <a:latin typeface="Consolas"/>
              </a:rPr>
              <a:t>#eef8ff</a:t>
            </a:r>
            <a:r>
              <a:rPr b="0" i="0">
                <a:solidFill>
                  <a:schemeClr val="dk1"/>
                </a:solidFill>
                <a:latin typeface="Consolas"/>
              </a:rPr>
              <a:t>;</a:t>
            </a:r>
            <a:br/>
            <a:r>
              <a:rPr b="0" i="0">
                <a:solidFill>
                  <a:schemeClr val="dk1"/>
                </a:solidFill>
                <a:latin typeface="Consolas"/>
              </a:rPr>
              <a:t>}</a:t>
            </a:r>
            <a:br/>
            <a:br/>
            <a:r>
              <a:rPr b="0" i="0">
                <a:solidFill>
                  <a:schemeClr val="dk1"/>
                </a:solidFill>
                <a:latin typeface="Consolas"/>
              </a:rPr>
              <a:t>.</a:t>
            </a:r>
            <a:r>
              <a:rPr b="1" i="0">
                <a:solidFill>
                  <a:srgbClr val="0000FF"/>
                </a:solidFill>
                <a:latin typeface="Consolas"/>
              </a:rPr>
              <a:t>project-card</a:t>
            </a:r>
            <a:r>
              <a:rPr b="0" i="0">
                <a:solidFill>
                  <a:schemeClr val="dk1"/>
                </a:solidFill>
                <a:latin typeface="Consolas"/>
              </a:rPr>
              <a:t> </a:t>
            </a:r>
            <a:r>
              <a:rPr b="1" i="0">
                <a:solidFill>
                  <a:srgbClr val="008000"/>
                </a:solidFill>
                <a:latin typeface="Consolas"/>
              </a:rPr>
              <a:t>a</a:t>
            </a:r>
            <a:r>
              <a:rPr b="0" i="0">
                <a:solidFill>
                  <a:schemeClr val="dk1"/>
                </a:solidFill>
                <a:latin typeface="Consolas"/>
              </a:rPr>
              <a:t>:</a:t>
            </a:r>
            <a:r>
              <a:rPr b="0" i="0">
                <a:solidFill>
                  <a:srgbClr val="AA22FF"/>
                </a:solidFill>
                <a:latin typeface="Consolas"/>
              </a:rPr>
              <a:t>hover</a:t>
            </a:r>
            <a:r>
              <a:rPr b="0" i="0">
                <a:solidFill>
                  <a:schemeClr val="dk1"/>
                </a:solidFill>
                <a:latin typeface="Consolas"/>
              </a:rPr>
              <a:t> </a:t>
            </a:r>
            <a:r>
              <a:rPr b="0" i="0">
                <a:solidFill>
                  <a:schemeClr val="dk1"/>
                </a:solidFill>
                <a:latin typeface="Consolas"/>
              </a:rPr>
              <a:t>{</a:t>
            </a:r>
            <a:r>
              <a:rPr b="0" i="0">
                <a:solidFill>
                  <a:schemeClr val="dk1"/>
                </a:solidFill>
                <a:latin typeface="Consolas"/>
              </a:rPr>
              <a:t> </a:t>
            </a:r>
            <a:r>
              <a:rPr b="1" i="0">
                <a:solidFill>
                  <a:srgbClr val="008000"/>
                </a:solidFill>
                <a:latin typeface="Consolas"/>
              </a:rPr>
              <a:t>color</a:t>
            </a:r>
            <a:r>
              <a:rPr b="0" i="0">
                <a:solidFill>
                  <a:schemeClr val="dk1"/>
                </a:solidFill>
                <a:latin typeface="Consolas"/>
              </a:rPr>
              <a:t>:</a:t>
            </a:r>
            <a:r>
              <a:rPr b="0" i="0">
                <a:solidFill>
                  <a:schemeClr val="dk1"/>
                </a:solidFill>
                <a:latin typeface="Consolas"/>
              </a:rPr>
              <a:t> </a:t>
            </a:r>
            <a:r>
              <a:rPr b="0" i="0">
                <a:solidFill>
                  <a:srgbClr val="666666"/>
                </a:solidFill>
                <a:latin typeface="Consolas"/>
              </a:rPr>
              <a:t>#1d6fa8</a:t>
            </a:r>
            <a:r>
              <a:rPr b="0" i="0">
                <a:solidFill>
                  <a:schemeClr val="dk1"/>
                </a:solidFill>
                <a:latin typeface="Consolas"/>
              </a:rPr>
              <a:t>;</a:t>
            </a:r>
            <a:r>
              <a:rPr b="0" i="0">
                <a:solidFill>
                  <a:schemeClr val="dk1"/>
                </a:solidFill>
                <a:latin typeface="Consolas"/>
              </a:rPr>
              <a:t> </a:t>
            </a:r>
            <a:r>
              <a:rPr b="0" i="0">
                <a:solidFill>
                  <a:schemeClr val="dk1"/>
                </a:solidFill>
                <a:latin typeface="Consolas"/>
              </a:rPr>
              <a:t>}</a:t>
            </a:r>
            <a:endParaRPr>
              <a:solidFill>
                <a:schemeClr val="dk1"/>
              </a:solidFill>
            </a:endParaRP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pPr>
              <a:defRPr>
                <a:solidFill>
                  <a:schemeClr val="accent6"/>
                </a:solidFill>
              </a:defRPr>
            </a:pPr>
            <a:r>
              <a:rPr>
                <a:solidFill>
                  <a:schemeClr val="accent6"/>
                </a:solidFill>
              </a:rPr>
              <a:t>Effects defaults and overrides</a:t>
            </a:r>
            <a:endParaRPr>
              <a:solidFill>
                <a:schemeClr val="accent6"/>
              </a:solidFill>
            </a:endParaRPr>
          </a:p>
        </p:txBody>
      </p:sp>
      <p:sp>
        <p:nvSpPr>
          <p:cNvPr id="3" name="Content Placeholder 2"/>
          <p:cNvSpPr>
            <a:spLocks noGrp="1"/>
          </p:cNvSpPr>
          <p:nvPr>
            <p:ph idx="1"/>
          </p:nvPr>
        </p:nvSpPr>
        <p:spPr/>
        <p:txBody>
          <a:bodyPr wrap="square">
            <a:normAutofit/>
          </a:bodyPr>
          <a:lstStyle/>
          <a:p>
            <a:pPr marL="0" indent="0">
              <a:buNone/>
              <a:defRPr>
                <a:solidFill>
                  <a:schemeClr val="dk1"/>
                </a:solidFill>
              </a:defRPr>
            </a:pPr>
            <a:r>
              <a:rPr b="0" i="0">
                <a:solidFill>
                  <a:schemeClr val="dk1"/>
                </a:solidFill>
                <a:latin typeface="+mn-lt"/>
                <a:ea typeface="+mn-ea"/>
                <a:cs typeface="+mn-cs"/>
              </a:rPr>
              <a:t>Deck media defaults apply to images and videos. This slide adds a reflection.</a:t>
            </a:r>
            <a:endParaRPr>
              <a:solidFill>
                <a:schemeClr val="dk1"/>
              </a:solidFill>
            </a:endParaRPr>
          </a:p>
          <a:p>
            <a:pPr marL="0" indent="0">
              <a:buNone/>
              <a:defRPr>
                <a:solidFill>
                  <a:schemeClr val="dk1"/>
                </a:solidFill>
              </a:defRPr>
            </a:pPr>
            <a:r>
              <a:rPr b="0" i="0">
                <a:solidFill>
                  <a:schemeClr val="dk1"/>
                </a:solidFill>
                <a:latin typeface="+mn-lt"/>
                <a:ea typeface="+mn-ea"/>
                <a:cs typeface="+mn-cs"/>
              </a:rPr>
              <a:t>This slide overrides two properties:</a:t>
            </a:r>
            <a:endParaRPr>
              <a:solidFill>
                <a:schemeClr val="dk1"/>
              </a:solidFill>
            </a:endParaRPr>
          </a:p>
          <a:p>
            <a:pPr marL="0" indent="0">
              <a:buNone/>
              <a:defRPr>
                <a:solidFill>
                  <a:schemeClr val="dk1"/>
                </a:solidFill>
              </a:defRPr>
            </a:pPr>
            <a:r>
              <a:rPr b="1" i="0">
                <a:solidFill>
                  <a:schemeClr val="accent1"/>
                </a:solidFill>
                <a:latin typeface="Consolas"/>
              </a:rPr>
              <a:t>border_radius</a:t>
            </a:r>
            <a:r>
              <a:rPr b="0" i="0">
                <a:solidFill>
                  <a:schemeClr val="dk1"/>
                </a:solidFill>
                <a:latin typeface="Consolas"/>
              </a:rPr>
              <a:t>:</a:t>
            </a:r>
            <a:r>
              <a:rPr b="0" i="0">
                <a:solidFill>
                  <a:schemeClr val="dk1"/>
                </a:solidFill>
                <a:latin typeface="Consolas"/>
              </a:rPr>
              <a:t> </a:t>
            </a:r>
            <a:r>
              <a:rPr b="0" i="0">
                <a:solidFill>
                  <a:schemeClr val="accent2">
                    <a:lumMod val="64227"/>
                  </a:schemeClr>
                </a:solidFill>
                <a:latin typeface="Consolas"/>
              </a:rPr>
              <a:t>0</a:t>
            </a:r>
            <a:br/>
            <a:r>
              <a:rPr b="1" i="0">
                <a:solidFill>
                  <a:schemeClr val="accent1"/>
                </a:solidFill>
                <a:latin typeface="Consolas"/>
              </a:rPr>
              <a:t>shadow</a:t>
            </a:r>
            <a:r>
              <a:rPr b="0" i="0">
                <a:solidFill>
                  <a:schemeClr val="dk1"/>
                </a:solidFill>
                <a:latin typeface="Consolas"/>
              </a:rPr>
              <a:t>:</a:t>
            </a:r>
            <a:r>
              <a:rPr b="0" i="0">
                <a:solidFill>
                  <a:schemeClr val="dk1"/>
                </a:solidFill>
                <a:latin typeface="Consolas"/>
              </a:rPr>
              <a:t> </a:t>
            </a:r>
            <a:r>
              <a:rPr b="0" i="0">
                <a:solidFill>
                  <a:schemeClr val="accent2">
                    <a:lumMod val="64227"/>
                  </a:schemeClr>
                </a:solidFill>
                <a:latin typeface="Consolas"/>
              </a:rPr>
              <a:t>none</a:t>
            </a:r>
            <a:endParaRPr>
              <a:solidFill>
                <a:schemeClr val="dk1"/>
              </a:solidFill>
            </a:endParaRPr>
          </a:p>
        </p:txBody>
      </p:sp>
      <p:pic>
        <p:nvPicPr>
          <p:cNvPr id="5" name="MarkdownSlidesImage" descr="Individual media override"/>
          <p:cNvPicPr>
            <a:picLocks noChangeAspect="1"/>
          </p:cNvPicPr>
          <p:nvPr>
            <p:ph idx="2"/>
          </p:nvPr>
        </p:nvPicPr>
        <p:blipFill>
          <a:blip r:embed="rId2"/>
          <a:stretch>
            <a:fillRect/>
          </a:stretch>
        </p:blipFill>
        <p:spPr>
          <a:xfrm>
            <a:off x="6172200" y="1825625"/>
            <a:ext cx="5181600" cy="2914650"/>
          </a:xfrm>
          <a:prstGeom prst="rect">
            <a:avLst/>
          </a:prstGeom>
          <a:ln w="12700">
            <a:solidFill>
              <a:schemeClr val="accent2"/>
            </a:solidFill>
            <a:prstDash val="solid"/>
          </a:ln>
          <a:effectLst>
            <a:reflection blurRad="12700" stA="35000" stPos="0" endA="0" endPos="20000" dist="50800" dir="5400000" fadeDir="5400000" sy="-100000" algn="bl" rotWithShape="0"/>
          </a:effectLst>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pPr>
              <a:defRPr>
                <a:solidFill>
                  <a:schemeClr val="accent6"/>
                </a:solidFill>
              </a:defRPr>
            </a:pPr>
            <a:r>
              <a:rPr>
                <a:solidFill>
                  <a:schemeClr val="accent6"/>
                </a:solidFill>
              </a:rPr>
              <a:t>Table colors and effects</a:t>
            </a:r>
            <a:endParaRPr>
              <a:solidFill>
                <a:schemeClr val="accent6"/>
              </a:solidFill>
            </a:endParaRPr>
          </a:p>
        </p:txBody>
      </p:sp>
      <p:sp>
        <p:nvSpPr>
          <p:cNvPr id="3" name="Content Placeholder 2"/>
          <p:cNvSpPr>
            <a:spLocks noGrp="1"/>
          </p:cNvSpPr>
          <p:nvPr>
            <p:ph idx="1"/>
          </p:nvPr>
        </p:nvSpPr>
        <p:spPr/>
        <p:txBody>
          <a:bodyPr wrap="square">
            <a:normAutofit/>
          </a:bodyPr>
          <a:lstStyle/>
          <a:p>
            <a:pPr marL="0" indent="0">
              <a:buNone/>
              <a:defRPr>
                <a:solidFill>
                  <a:schemeClr val="dk1"/>
                </a:solidFill>
              </a:defRPr>
            </a:pPr>
            <a:r>
              <a:rPr b="0" i="0">
                <a:solidFill>
                  <a:schemeClr val="dk1"/>
                </a:solidFill>
                <a:latin typeface="+mn-lt"/>
                <a:ea typeface="+mn-ea"/>
                <a:cs typeface="+mn-cs"/>
              </a:rPr>
              <a:t>The header inherits its deck color. Body colors are slide settings.</a:t>
            </a:r>
            <a:endParaRPr>
              <a:solidFill>
                <a:schemeClr val="dk1"/>
              </a:solidFill>
            </a:endParaRPr>
          </a:p>
          <a:p>
            <a:pPr marL="0" indent="0">
              <a:buNone/>
              <a:defRPr>
                <a:solidFill>
                  <a:schemeClr val="dk1"/>
                </a:solidFill>
              </a:defRPr>
            </a:pPr>
            <a:r>
              <a:rPr b="0" i="0">
                <a:solidFill>
                  <a:schemeClr val="dk1"/>
                </a:solidFill>
                <a:latin typeface="+mn-lt"/>
                <a:ea typeface="+mn-ea"/>
                <a:cs typeface="+mn-cs"/>
              </a:rPr>
              <a:t>This table has a slide border and reflection. Its slide settings disable the deck shadow.</a:t>
            </a:r>
            <a:endParaRPr>
              <a:solidFill>
                <a:schemeClr val="dk1"/>
              </a:solidFill>
            </a:endParaRPr>
          </a:p>
          <a:p>
            <a:pPr marL="0" indent="0">
              <a:buNone/>
              <a:defRPr>
                <a:solidFill>
                  <a:schemeClr val="dk1"/>
                </a:solidFill>
              </a:defRPr>
            </a:pPr>
            <a:r>
              <a:rPr b="0" i="0">
                <a:solidFill>
                  <a:schemeClr val="dk1"/>
                </a:solidFill>
                <a:latin typeface="+mn-lt"/>
                <a:ea typeface="+mn-ea"/>
                <a:cs typeface="+mn-cs"/>
              </a:rPr>
              <a:t>The final row uses native total-row styling. Markdown supplies the total value.</a:t>
            </a:r>
            <a:endParaRPr>
              <a:solidFill>
                <a:schemeClr val="dk1"/>
              </a:solidFill>
            </a:endParaRPr>
          </a:p>
        </p:txBody>
      </p:sp>
      <p:graphicFrame>
        <p:nvGraphicFramePr>
          <p:cNvPr id="5" name="MarkdownSlidesTable"/>
          <p:cNvGraphicFramePr>
            <a:graphicFrameLocks noGrp="1"/>
          </p:cNvGraphicFramePr>
          <p:nvPr>
            <p:ph idx="2"/>
          </p:nvPr>
        </p:nvGraphicFramePr>
        <p:xfrm>
          <a:off x="6172200" y="1825625"/>
          <a:ext cx="5181600" cy="0"/>
        </p:xfrm>
        <a:graphic>
          <a:graphicData uri="http://schemas.openxmlformats.org/drawingml/2006/table">
            <a:tbl>
              <a:tblPr firstRow="1" bandRow="1" lastRow="1">
                <a:effectLst>
                  <a:reflection blurRad="12700" stA="35000" stPos="0" endA="0" endPos="20000" dist="50800" dir="5400000" fadeDir="5400000" sy="-100000" algn="bl" rotWithShape="0"/>
                </a:effectLst>
                <a:tableStyleId>{B301B821-A1FF-4177-AEE7-76D212191A09}</a:tableStyleId>
              </a:tblPr>
              <a:tblGrid>
                <a:gridCol w="2590800"/>
                <a:gridCol w="2590800"/>
              </a:tblGrid>
              <a:tr h="0">
                <a:tc>
                  <a:txBody>
                    <a:bodyPr wrap="square"/>
                    <a:lstStyle/>
                    <a:p>
                      <a:pPr algn="l"/>
                      <a:r>
                        <a:t>Region</a:t>
                      </a:r>
                    </a:p>
                  </a:txBody>
                  <a:tcPr anchor="ctr">
                    <a:lnL w="19050">
                      <a:solidFill>
                        <a:schemeClr val="accent2"/>
                      </a:solidFill>
                      <a:prstDash val="solid"/>
                    </a:lnL>
                    <a:lnT w="19050">
                      <a:solidFill>
                        <a:schemeClr val="accent2"/>
                      </a:solidFill>
                      <a:prstDash val="solid"/>
                    </a:lnT>
                    <a:solidFill>
                      <a:schemeClr val="accent1"/>
                    </a:solidFill>
                  </a:tcPr>
                </a:tc>
                <a:tc>
                  <a:txBody>
                    <a:bodyPr wrap="square"/>
                    <a:lstStyle/>
                    <a:p>
                      <a:pPr algn="r"/>
                      <a:r>
                        <a:t>Revenue</a:t>
                      </a:r>
                    </a:p>
                  </a:txBody>
                  <a:tcPr anchor="ctr">
                    <a:lnR w="19050">
                      <a:solidFill>
                        <a:schemeClr val="accent2"/>
                      </a:solidFill>
                      <a:prstDash val="solid"/>
                    </a:lnR>
                    <a:lnT w="19050">
                      <a:solidFill>
                        <a:schemeClr val="accent2"/>
                      </a:solidFill>
                      <a:prstDash val="solid"/>
                    </a:lnT>
                    <a:solidFill>
                      <a:schemeClr val="accent1"/>
                    </a:solidFill>
                  </a:tcPr>
                </a:tc>
              </a:tr>
              <a:tr h="0">
                <a:tc>
                  <a:txBody>
                    <a:bodyPr wrap="square"/>
                    <a:lstStyle/>
                    <a:p>
                      <a:pPr algn="l"/>
                      <a:r>
                        <a:t>North</a:t>
                      </a:r>
                    </a:p>
                  </a:txBody>
                  <a:tcPr anchor="ctr">
                    <a:lnL w="19050">
                      <a:solidFill>
                        <a:schemeClr val="accent2"/>
                      </a:solidFill>
                      <a:prstDash val="solid"/>
                    </a:lnL>
                    <a:solidFill>
                      <a:schemeClr val="lt2"/>
                    </a:solidFill>
                  </a:tcPr>
                </a:tc>
                <a:tc>
                  <a:txBody>
                    <a:bodyPr wrap="square"/>
                    <a:lstStyle/>
                    <a:p>
                      <a:pPr algn="r"/>
                      <a:r>
                        <a:t>$50,000</a:t>
                      </a:r>
                    </a:p>
                  </a:txBody>
                  <a:tcPr anchor="ctr">
                    <a:lnR w="19050">
                      <a:solidFill>
                        <a:schemeClr val="accent2"/>
                      </a:solidFill>
                      <a:prstDash val="solid"/>
                    </a:lnR>
                    <a:solidFill>
                      <a:schemeClr val="lt2"/>
                    </a:solidFill>
                  </a:tcPr>
                </a:tc>
              </a:tr>
              <a:tr h="0">
                <a:tc>
                  <a:txBody>
                    <a:bodyPr wrap="square"/>
                    <a:lstStyle/>
                    <a:p>
                      <a:pPr algn="l"/>
                      <a:r>
                        <a:t>South</a:t>
                      </a:r>
                    </a:p>
                  </a:txBody>
                  <a:tcPr anchor="ctr">
                    <a:lnL w="19050">
                      <a:solidFill>
                        <a:schemeClr val="accent2"/>
                      </a:solidFill>
                      <a:prstDash val="solid"/>
                    </a:lnL>
                    <a:solidFill>
                      <a:schemeClr val="lt1"/>
                    </a:solidFill>
                  </a:tcPr>
                </a:tc>
                <a:tc>
                  <a:txBody>
                    <a:bodyPr wrap="square"/>
                    <a:lstStyle/>
                    <a:p>
                      <a:pPr algn="r"/>
                      <a:r>
                        <a:t>$40,000</a:t>
                      </a:r>
                    </a:p>
                  </a:txBody>
                  <a:tcPr anchor="ctr">
                    <a:lnR w="19050">
                      <a:solidFill>
                        <a:schemeClr val="accent2"/>
                      </a:solidFill>
                      <a:prstDash val="solid"/>
                    </a:lnR>
                    <a:solidFill>
                      <a:schemeClr val="lt1"/>
                    </a:solidFill>
                  </a:tcPr>
                </a:tc>
              </a:tr>
              <a:tr h="0">
                <a:tc>
                  <a:txBody>
                    <a:bodyPr wrap="square"/>
                    <a:lstStyle/>
                    <a:p>
                      <a:pPr algn="l"/>
                      <a:r>
                        <a:t>Total</a:t>
                      </a:r>
                    </a:p>
                  </a:txBody>
                  <a:tcPr anchor="ctr">
                    <a:lnL w="19050">
                      <a:solidFill>
                        <a:schemeClr val="accent2"/>
                      </a:solidFill>
                      <a:prstDash val="solid"/>
                    </a:lnL>
                    <a:lnB w="19050">
                      <a:solidFill>
                        <a:schemeClr val="accent2"/>
                      </a:solidFill>
                      <a:prstDash val="solid"/>
                    </a:lnB>
                  </a:tcPr>
                </a:tc>
                <a:tc>
                  <a:txBody>
                    <a:bodyPr wrap="square"/>
                    <a:lstStyle/>
                    <a:p>
                      <a:pPr algn="r"/>
                      <a:r>
                        <a:t>$90,000</a:t>
                      </a:r>
                    </a:p>
                  </a:txBody>
                  <a:tcPr anchor="ctr">
                    <a:lnR w="19050">
                      <a:solidFill>
                        <a:schemeClr val="accent2"/>
                      </a:solidFill>
                      <a:prstDash val="solid"/>
                    </a:lnR>
                    <a:lnB w="19050">
                      <a:solidFill>
                        <a:schemeClr val="accent2"/>
                      </a:solidFill>
                      <a:prstDash val="solid"/>
                    </a:lnB>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EAF3FF"/>
        </a:solidFill>
        <a:effectLst/>
      </p:bgPr>
    </p:bg>
    <p:spTree>
      <p:nvGrpSpPr>
        <p:cNvPr id="1" name=""/>
        <p:cNvGrpSpPr/>
        <p:nvPr/>
      </p:nvGrpSpPr>
      <p:grpSpPr/>
      <p:sp>
        <p:nvSpPr>
          <p:cNvPr id="2" name="Title 1"/>
          <p:cNvSpPr>
            <a:spLocks noGrp="1"/>
          </p:cNvSpPr>
          <p:nvPr>
            <p:ph type="title"/>
          </p:nvPr>
        </p:nvSpPr>
        <p:spPr/>
        <p:txBody>
          <a:bodyPr>
            <a:normAutofit/>
          </a:bodyPr>
          <a:lstStyle/>
          <a:p>
            <a:pPr>
              <a:defRPr>
                <a:solidFill>
                  <a:schemeClr val="accent6"/>
                </a:solidFill>
              </a:defRPr>
            </a:pPr>
            <a:r>
              <a:rPr>
                <a:solidFill>
                  <a:schemeClr val="accent6"/>
                </a:solidFill>
              </a:rPr>
              <a:t>Background color</a:t>
            </a:r>
            <a:endParaRPr>
              <a:solidFill>
                <a:schemeClr val="accent6"/>
              </a:solidFill>
            </a:endParaRPr>
          </a:p>
        </p:txBody>
      </p:sp>
      <p:sp>
        <p:nvSpPr>
          <p:cNvPr id="3" name="Content Placeholder 2"/>
          <p:cNvSpPr>
            <a:spLocks noGrp="1"/>
          </p:cNvSpPr>
          <p:nvPr>
            <p:ph idx="1"/>
          </p:nvPr>
        </p:nvSpPr>
        <p:spPr/>
        <p:txBody>
          <a:bodyPr wrap="square">
            <a:normAutofit/>
          </a:bodyPr>
          <a:lstStyle/>
          <a:p>
            <a:pPr marL="0" indent="0">
              <a:buNone/>
              <a:defRPr>
                <a:solidFill>
                  <a:schemeClr val="dk1"/>
                </a:solidFill>
              </a:defRPr>
            </a:pPr>
            <a:r>
              <a:rPr b="0" i="0">
                <a:solidFill>
                  <a:schemeClr val="dk1"/>
                </a:solidFill>
                <a:latin typeface="+mn-lt"/>
                <a:ea typeface="+mn-ea"/>
                <a:cs typeface="+mn-cs"/>
              </a:rPr>
              <a:t>This slide uses a solid slide background color.</a:t>
            </a:r>
            <a:endParaRPr>
              <a:solidFill>
                <a:schemeClr val="dk1"/>
              </a:solidFill>
            </a:endParaRP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showMasterSp="0">
  <p:cSld>
    <p:bg>
      <p:bgPr>
        <a:noFill/>
        <a:effectLst/>
      </p:bgPr>
    </p:bg>
    <p:spTree>
      <p:nvGrpSpPr>
        <p:cNvPr id="1" name=""/>
        <p:cNvGrpSpPr/>
        <p:nvPr/>
      </p:nvGrpSpPr>
      <p:grpSpPr/>
      <p:sp>
        <p:nvSpPr>
          <p:cNvPr id="2" name="Title 1"/>
          <p:cNvSpPr>
            <a:spLocks noGrp="1"/>
          </p:cNvSpPr>
          <p:nvPr>
            <p:ph type="title"/>
          </p:nvPr>
        </p:nvSpPr>
        <p:spPr/>
        <p:txBody>
          <a:bodyPr>
            <a:normAutofit/>
          </a:bodyPr>
          <a:lstStyle/>
          <a:p>
            <a:pPr>
              <a:defRPr>
                <a:solidFill>
                  <a:schemeClr val="accent6"/>
                </a:solidFill>
              </a:defRPr>
            </a:pPr>
            <a:r>
              <a:rPr>
                <a:solidFill>
                  <a:schemeClr val="accent6"/>
                </a:solidFill>
              </a:rPr>
              <a:t>Transparent background and hidden master graphics</a:t>
            </a:r>
            <a:endParaRPr>
              <a:solidFill>
                <a:schemeClr val="accent6"/>
              </a:solidFill>
            </a:endParaRPr>
          </a:p>
        </p:txBody>
      </p:sp>
      <p:sp>
        <p:nvSpPr>
          <p:cNvPr id="3" name="Content Placeholder 2"/>
          <p:cNvSpPr>
            <a:spLocks noGrp="1"/>
          </p:cNvSpPr>
          <p:nvPr>
            <p:ph idx="1"/>
          </p:nvPr>
        </p:nvSpPr>
        <p:spPr/>
        <p:txBody>
          <a:bodyPr wrap="square">
            <a:normAutofit/>
          </a:bodyPr>
          <a:lstStyle/>
          <a:p>
            <a:pPr marL="0" indent="0">
              <a:buNone/>
              <a:defRPr>
                <a:solidFill>
                  <a:schemeClr val="dk1"/>
                </a:solidFill>
              </a:defRPr>
            </a:pPr>
            <a:r>
              <a:rPr b="0" i="0">
                <a:solidFill>
                  <a:schemeClr val="dk1"/>
                </a:solidFill>
                <a:latin typeface="+mn-lt"/>
                <a:ea typeface="+mn-ea"/>
                <a:cs typeface="+mn-cs"/>
              </a:rPr>
              <a:t>This slide removes its slide-level fill and hides the orange accent graphic inherited from the alternate master.</a:t>
            </a:r>
            <a:endParaRPr>
              <a:solidFill>
                <a:schemeClr val="dk1"/>
              </a:solidFill>
            </a:endParaRP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MarkdownSlidesBackgroundImage" descr="showcase-local.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gradFill rotWithShape="1">
          <a:gsLst>
            <a:gs pos="0">
              <a:schemeClr val="accent2"/>
            </a:gs>
            <a:gs pos="48000">
              <a:schemeClr val="accent3"/>
            </a:gs>
            <a:gs pos="100000">
              <a:schemeClr val="accent4"/>
            </a:gs>
          </a:gsLst>
          <a:lin ang="16200000" scaled="0"/>
        </a:gradFill>
        <a:effectLst/>
      </p:bgPr>
    </p:bg>
    <p:spTree>
      <p:nvGrpSpPr>
        <p:cNvPr id="1" name=""/>
        <p:cNvGrpSpPr/>
        <p:nvPr/>
      </p:nvGrpSpPr>
      <p:grpSpPr/>
      <p:sp>
        <p:nvSpPr>
          <p:cNvPr id="2" name="Title 1"/>
          <p:cNvSpPr>
            <a:spLocks noGrp="1"/>
          </p:cNvSpPr>
          <p:nvPr>
            <p:ph type="title"/>
          </p:nvPr>
        </p:nvSpPr>
        <p:spPr/>
        <p:txBody>
          <a:bodyPr>
            <a:normAutofit/>
          </a:bodyPr>
          <a:lstStyle/>
          <a:p>
            <a:pPr>
              <a:defRPr>
                <a:solidFill>
                  <a:schemeClr val="accent6"/>
                </a:solidFill>
              </a:defRPr>
            </a:pPr>
            <a:r>
              <a:rPr>
                <a:solidFill>
                  <a:schemeClr val="accent6"/>
                </a:solidFill>
              </a:rPr>
              <a:t>Linear gradient background</a:t>
            </a:r>
            <a:endParaRPr>
              <a:solidFill>
                <a:schemeClr val="accent6"/>
              </a:solidFill>
            </a:endParaRPr>
          </a:p>
        </p:txBody>
      </p:sp>
      <p:sp>
        <p:nvSpPr>
          <p:cNvPr id="3" name="Content Placeholder 2"/>
          <p:cNvSpPr>
            <a:spLocks noGrp="1"/>
          </p:cNvSpPr>
          <p:nvPr>
            <p:ph idx="1"/>
          </p:nvPr>
        </p:nvSpPr>
        <p:spPr/>
        <p:txBody>
          <a:bodyPr wrap="square">
            <a:normAutofit/>
          </a:bodyPr>
          <a:lstStyle/>
          <a:p>
            <a:pPr marL="0" indent="0">
              <a:buNone/>
              <a:defRPr>
                <a:solidFill>
                  <a:schemeClr val="dk1"/>
                </a:solidFill>
              </a:defRPr>
            </a:pPr>
            <a:r>
              <a:rPr b="0" i="0">
                <a:solidFill>
                  <a:schemeClr val="dk1"/>
                </a:solidFill>
                <a:latin typeface="+mn-lt"/>
                <a:ea typeface="+mn-ea"/>
                <a:cs typeface="+mn-cs"/>
              </a:rPr>
              <a:t>This slide uses a three-stop linear gradient background.</a:t>
            </a:r>
            <a:endParaRPr>
              <a:solidFill>
                <a:schemeClr val="dk1"/>
              </a:solidFill>
            </a:endParaRP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gradFill rotWithShape="1">
          <a:gsLst>
            <a:gs pos="0">
              <a:schemeClr val="accent2"/>
            </a:gs>
            <a:gs pos="58000">
              <a:schemeClr val="accent4"/>
            </a:gs>
            <a:gs pos="100000">
              <a:schemeClr val="lt1"/>
            </a:gs>
          </a:gsLst>
          <a:path path="circle">
            <a:fillToRect l="50000" t="50000" r="50000" b="50000"/>
          </a:path>
        </a:gradFill>
        <a:effectLst/>
      </p:bgPr>
    </p:bg>
    <p:spTree>
      <p:nvGrpSpPr>
        <p:cNvPr id="1" name=""/>
        <p:cNvGrpSpPr/>
        <p:nvPr/>
      </p:nvGrpSpPr>
      <p:grpSpPr/>
      <p:sp>
        <p:nvSpPr>
          <p:cNvPr id="2" name="Title 1"/>
          <p:cNvSpPr>
            <a:spLocks noGrp="1"/>
          </p:cNvSpPr>
          <p:nvPr>
            <p:ph type="title"/>
          </p:nvPr>
        </p:nvSpPr>
        <p:spPr/>
        <p:txBody>
          <a:bodyPr>
            <a:normAutofit/>
          </a:bodyPr>
          <a:lstStyle/>
          <a:p>
            <a:pPr>
              <a:defRPr>
                <a:solidFill>
                  <a:schemeClr val="accent6"/>
                </a:solidFill>
              </a:defRPr>
            </a:pPr>
            <a:r>
              <a:rPr>
                <a:solidFill>
                  <a:schemeClr val="accent6"/>
                </a:solidFill>
              </a:rPr>
              <a:t>Radial gradient background</a:t>
            </a:r>
            <a:endParaRPr>
              <a:solidFill>
                <a:schemeClr val="accent6"/>
              </a:solidFill>
            </a:endParaRPr>
          </a:p>
        </p:txBody>
      </p:sp>
      <p:sp>
        <p:nvSpPr>
          <p:cNvPr id="3" name="Content Placeholder 2"/>
          <p:cNvSpPr>
            <a:spLocks noGrp="1"/>
          </p:cNvSpPr>
          <p:nvPr>
            <p:ph idx="1"/>
          </p:nvPr>
        </p:nvSpPr>
        <p:spPr/>
        <p:txBody>
          <a:bodyPr wrap="square">
            <a:normAutofit/>
          </a:bodyPr>
          <a:lstStyle/>
          <a:p>
            <a:pPr marL="0" indent="0">
              <a:buNone/>
              <a:defRPr>
                <a:solidFill>
                  <a:schemeClr val="dk1"/>
                </a:solidFill>
              </a:defRPr>
            </a:pPr>
            <a:r>
              <a:rPr b="0" i="0">
                <a:solidFill>
                  <a:schemeClr val="dk1"/>
                </a:solidFill>
                <a:latin typeface="+mn-lt"/>
                <a:ea typeface="+mn-ea"/>
                <a:cs typeface="+mn-cs"/>
              </a:rPr>
              <a:t>This slide uses a radial gradient background.</a:t>
            </a:r>
            <a:endParaRPr>
              <a:solidFill>
                <a:schemeClr val="dk1"/>
              </a:solidFill>
            </a:endParaRP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gradFill rotWithShape="1">
          <a:gsLst>
            <a:gs pos="0">
              <a:schemeClr val="accent1"/>
            </a:gs>
            <a:gs pos="100000">
              <a:schemeClr val="accent4"/>
            </a:gs>
          </a:gsLst>
          <a:lin ang="16200000" scaled="0"/>
        </a:gradFill>
        <a:effectLst/>
      </p:bgPr>
    </p:bg>
    <p:spTree>
      <p:nvGrpSpPr>
        <p:cNvPr id="1" name=""/>
        <p:cNvGrpSpPr/>
        <p:nvPr/>
      </p:nvGrpSpPr>
      <p:grpSpPr/>
      <p:sp>
        <p:nvSpPr>
          <p:cNvPr id="2" name="Title 1"/>
          <p:cNvSpPr>
            <a:spLocks noGrp="1"/>
          </p:cNvSpPr>
          <p:nvPr>
            <p:ph type="title"/>
          </p:nvPr>
        </p:nvSpPr>
        <p:spPr/>
        <p:txBody>
          <a:bodyPr>
            <a:normAutofit/>
          </a:bodyPr>
          <a:lstStyle/>
          <a:p>
            <a:pPr>
              <a:defRPr>
                <a:solidFill>
                  <a:schemeClr val="lt1"/>
                </a:solidFill>
              </a:defRPr>
            </a:pPr>
            <a:r>
              <a:rPr>
                <a:solidFill>
                  <a:schemeClr val="lt1"/>
                </a:solidFill>
              </a:rPr>
              <a:t>Slide colors override document colors</a:t>
            </a:r>
            <a:endParaRPr>
              <a:solidFill>
                <a:schemeClr val="lt1"/>
              </a:solidFill>
            </a:endParaRPr>
          </a:p>
        </p:txBody>
      </p:sp>
      <p:sp>
        <p:nvSpPr>
          <p:cNvPr id="3" name="Content Placeholder 2"/>
          <p:cNvSpPr>
            <a:spLocks noGrp="1"/>
          </p:cNvSpPr>
          <p:nvPr>
            <p:ph idx="1"/>
          </p:nvPr>
        </p:nvSpPr>
        <p:spPr/>
        <p:txBody>
          <a:bodyPr wrap="square">
            <a:normAutofit/>
          </a:bodyPr>
          <a:lstStyle/>
          <a:p>
            <a:pPr marL="0" indent="0">
              <a:buNone/>
              <a:defRPr>
                <a:solidFill>
                  <a:schemeClr val="lt1"/>
                </a:solidFill>
              </a:defRPr>
            </a:pPr>
            <a:r>
              <a:rPr b="0" i="0">
                <a:solidFill>
                  <a:schemeClr val="lt1"/>
                </a:solidFill>
                <a:latin typeface="+mn-lt"/>
                <a:ea typeface="+mn-ea"/>
                <a:cs typeface="+mn-cs"/>
              </a:rPr>
              <a:t>This slide overrides the document-level title and body colors.</a:t>
            </a:r>
            <a:endParaRPr>
              <a:solidFill>
                <a:schemeClr val="lt1"/>
              </a:solidFill>
            </a:endParaRP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p:txBody>
          <a:bodyPr>
            <a:normAutofit/>
          </a:bodyPr>
          <a:lstStyle/>
          <a:p>
            <a:pPr>
              <a:defRPr>
                <a:solidFill>
                  <a:schemeClr val="accent6"/>
                </a:solidFill>
              </a:defRPr>
            </a:pPr>
            <a:r>
              <a:rPr>
                <a:solidFill>
                  <a:schemeClr val="accent6"/>
                </a:solidFill>
              </a:rPr>
              <a:t>Theme syntax: dark colors</a:t>
            </a:r>
            <a:endParaRPr>
              <a:solidFill>
                <a:schemeClr val="accent6"/>
              </a:solidFill>
            </a:endParaRPr>
          </a:p>
        </p:txBody>
      </p:sp>
      <p:sp>
        <p:nvSpPr>
          <p:cNvPr id="3" name="Content Placeholder 2"/>
          <p:cNvSpPr>
            <a:spLocks noGrp="1"/>
          </p:cNvSpPr>
          <p:nvPr>
            <p:ph idx="1"/>
          </p:nvPr>
        </p:nvSpPr>
        <p:spPr/>
        <p:txBody>
          <a:bodyPr wrap="square">
            <a:normAutofit/>
          </a:bodyPr>
          <a:lstStyle/>
          <a:p>
            <a:pPr marL="0" indent="0">
              <a:buNone/>
              <a:defRPr>
                <a:solidFill>
                  <a:schemeClr val="dk1"/>
                </a:solidFill>
              </a:defRPr>
            </a:pPr>
            <a:r>
              <a:rPr b="0" i="0">
                <a:solidFill>
                  <a:schemeClr val="dk1"/>
                </a:solidFill>
                <a:latin typeface="Consolas"/>
              </a:rPr>
              <a:t>code_highlighting: theme-dark</a:t>
            </a:r>
            <a:r>
              <a:rPr b="0" i="0">
                <a:solidFill>
                  <a:schemeClr val="dk1"/>
                </a:solidFill>
                <a:latin typeface="+mn-lt"/>
                <a:ea typeface="+mn-ea"/>
                <a:cs typeface="+mn-cs"/>
              </a:rPr>
              <a:t> on a white background.</a:t>
            </a:r>
            <a:endParaRPr>
              <a:solidFill>
                <a:schemeClr val="dk1"/>
              </a:solidFill>
            </a:endParaRPr>
          </a:p>
          <a:p>
            <a:pPr marL="0" indent="0">
              <a:buNone/>
              <a:defRPr>
                <a:solidFill>
                  <a:schemeClr val="dk1"/>
                </a:solidFill>
              </a:defRPr>
            </a:pPr>
            <a:r>
              <a:rPr b="0" i="1">
                <a:solidFill>
                  <a:schemeClr val="dk1"/>
                </a:solidFill>
                <a:latin typeface="Consolas"/>
              </a:rPr>
              <a:t># Colors follow this deck's blue theme</a:t>
            </a:r>
            <a:br/>
            <a:r>
              <a:rPr b="1" i="0">
                <a:solidFill>
                  <a:schemeClr val="accent1"/>
                </a:solidFill>
                <a:latin typeface="Consolas"/>
              </a:rPr>
              <a:t>def</a:t>
            </a:r>
            <a:r>
              <a:rPr b="0" i="0">
                <a:solidFill>
                  <a:schemeClr val="dk1"/>
                </a:solidFill>
                <a:latin typeface="Consolas"/>
              </a:rPr>
              <a:t> </a:t>
            </a:r>
            <a:r>
              <a:rPr b="0" i="0">
                <a:solidFill>
                  <a:schemeClr val="accent3">
                    <a:lumMod val="55575"/>
                  </a:schemeClr>
                </a:solidFill>
                <a:latin typeface="Consolas"/>
              </a:rPr>
              <a:t>greet</a:t>
            </a:r>
            <a:r>
              <a:rPr b="0" i="0">
                <a:solidFill>
                  <a:schemeClr val="dk1"/>
                </a:solidFill>
                <a:latin typeface="Consolas"/>
              </a:rPr>
              <a:t>(</a:t>
            </a:r>
            <a:r>
              <a:rPr b="0" i="0">
                <a:solidFill>
                  <a:schemeClr val="dk1"/>
                </a:solidFill>
                <a:latin typeface="Consolas"/>
              </a:rPr>
              <a:t>name</a:t>
            </a:r>
            <a:r>
              <a:rPr b="0" i="0">
                <a:solidFill>
                  <a:schemeClr val="dk1"/>
                </a:solidFill>
                <a:latin typeface="Consolas"/>
              </a:rPr>
              <a:t>:</a:t>
            </a:r>
            <a:r>
              <a:rPr b="0" i="0">
                <a:solidFill>
                  <a:schemeClr val="dk1"/>
                </a:solidFill>
                <a:latin typeface="Consolas"/>
              </a:rPr>
              <a:t> </a:t>
            </a:r>
            <a:r>
              <a:rPr b="0" i="0">
                <a:solidFill>
                  <a:schemeClr val="accent3">
                    <a:lumMod val="55575"/>
                  </a:schemeClr>
                </a:solidFill>
                <a:latin typeface="Consolas"/>
              </a:rPr>
              <a:t>str</a:t>
            </a:r>
            <a:r>
              <a:rPr b="0" i="0">
                <a:solidFill>
                  <a:schemeClr val="dk1"/>
                </a:solidFill>
                <a:latin typeface="Consolas"/>
              </a:rPr>
              <a:t>,</a:t>
            </a:r>
            <a:r>
              <a:rPr b="0" i="0">
                <a:solidFill>
                  <a:schemeClr val="dk1"/>
                </a:solidFill>
                <a:latin typeface="Consolas"/>
              </a:rPr>
              <a:t> </a:t>
            </a:r>
            <a:r>
              <a:rPr b="0" i="0">
                <a:solidFill>
                  <a:schemeClr val="dk1"/>
                </a:solidFill>
                <a:latin typeface="Consolas"/>
              </a:rPr>
              <a:t>count</a:t>
            </a:r>
            <a:r>
              <a:rPr b="0" i="0">
                <a:solidFill>
                  <a:schemeClr val="dk1"/>
                </a:solidFill>
                <a:latin typeface="Consolas"/>
              </a:rPr>
              <a:t>:</a:t>
            </a:r>
            <a:r>
              <a:rPr b="0" i="0">
                <a:solidFill>
                  <a:schemeClr val="dk1"/>
                </a:solidFill>
                <a:latin typeface="Consolas"/>
              </a:rPr>
              <a:t> </a:t>
            </a:r>
            <a:r>
              <a:rPr b="0" i="0">
                <a:solidFill>
                  <a:schemeClr val="accent3">
                    <a:lumMod val="55575"/>
                  </a:schemeClr>
                </a:solidFill>
                <a:latin typeface="Consolas"/>
              </a:rPr>
              <a:t>int</a:t>
            </a:r>
            <a:r>
              <a:rPr b="0" i="0">
                <a:solidFill>
                  <a:schemeClr val="dk1"/>
                </a:solidFill>
                <a:latin typeface="Consolas"/>
              </a:rPr>
              <a:t> </a:t>
            </a:r>
            <a:r>
              <a:rPr b="0" i="0">
                <a:solidFill>
                  <a:schemeClr val="dk1"/>
                </a:solidFill>
                <a:latin typeface="Consolas"/>
              </a:rPr>
              <a:t>=</a:t>
            </a:r>
            <a:r>
              <a:rPr b="0" i="0">
                <a:solidFill>
                  <a:schemeClr val="dk1"/>
                </a:solidFill>
                <a:latin typeface="Consolas"/>
              </a:rPr>
              <a:t> </a:t>
            </a:r>
            <a:r>
              <a:rPr b="0" i="0">
                <a:solidFill>
                  <a:schemeClr val="accent2">
                    <a:lumMod val="69990"/>
                  </a:schemeClr>
                </a:solidFill>
                <a:latin typeface="Consolas"/>
              </a:rPr>
              <a:t>3</a:t>
            </a:r>
            <a:r>
              <a:rPr b="0" i="0">
                <a:solidFill>
                  <a:schemeClr val="dk1"/>
                </a:solidFill>
                <a:latin typeface="Consolas"/>
              </a:rPr>
              <a:t>)</a:t>
            </a:r>
            <a:r>
              <a:rPr b="0" i="0">
                <a:solidFill>
                  <a:schemeClr val="dk1"/>
                </a:solidFill>
                <a:latin typeface="Consolas"/>
              </a:rPr>
              <a:t>:</a:t>
            </a:r>
            <a:br/>
            <a:r>
              <a:rPr b="0" i="0">
                <a:solidFill>
                  <a:schemeClr val="dk1"/>
                </a:solidFill>
                <a:latin typeface="Consolas"/>
              </a:rPr>
              <a:t>    </a:t>
            </a:r>
            <a:r>
              <a:rPr b="1" i="0">
                <a:solidFill>
                  <a:schemeClr val="accent1"/>
                </a:solidFill>
                <a:latin typeface="Consolas"/>
              </a:rPr>
              <a:t>for</a:t>
            </a:r>
            <a:r>
              <a:rPr b="0" i="0">
                <a:solidFill>
                  <a:schemeClr val="dk1"/>
                </a:solidFill>
                <a:latin typeface="Consolas"/>
              </a:rPr>
              <a:t> </a:t>
            </a:r>
            <a:r>
              <a:rPr b="0" i="0">
                <a:solidFill>
                  <a:schemeClr val="dk1"/>
                </a:solidFill>
                <a:latin typeface="Consolas"/>
              </a:rPr>
              <a:t>index</a:t>
            </a:r>
            <a:r>
              <a:rPr b="0" i="0">
                <a:solidFill>
                  <a:schemeClr val="dk1"/>
                </a:solidFill>
                <a:latin typeface="Consolas"/>
              </a:rPr>
              <a:t> </a:t>
            </a:r>
            <a:r>
              <a:rPr b="0" i="0">
                <a:solidFill>
                  <a:schemeClr val="dk1"/>
                </a:solidFill>
                <a:latin typeface="Consolas"/>
              </a:rPr>
              <a:t>in</a:t>
            </a:r>
            <a:r>
              <a:rPr b="0" i="0">
                <a:solidFill>
                  <a:schemeClr val="dk1"/>
                </a:solidFill>
                <a:latin typeface="Consolas"/>
              </a:rPr>
              <a:t> </a:t>
            </a:r>
            <a:r>
              <a:rPr b="0" i="0">
                <a:solidFill>
                  <a:schemeClr val="accent3">
                    <a:lumMod val="55575"/>
                  </a:schemeClr>
                </a:solidFill>
                <a:latin typeface="Consolas"/>
              </a:rPr>
              <a:t>range</a:t>
            </a:r>
            <a:r>
              <a:rPr b="0" i="0">
                <a:solidFill>
                  <a:schemeClr val="dk1"/>
                </a:solidFill>
                <a:latin typeface="Consolas"/>
              </a:rPr>
              <a:t>(</a:t>
            </a:r>
            <a:r>
              <a:rPr b="0" i="0">
                <a:solidFill>
                  <a:schemeClr val="dk1"/>
                </a:solidFill>
                <a:latin typeface="Consolas"/>
              </a:rPr>
              <a:t>count</a:t>
            </a:r>
            <a:r>
              <a:rPr b="0" i="0">
                <a:solidFill>
                  <a:schemeClr val="dk1"/>
                </a:solidFill>
                <a:latin typeface="Consolas"/>
              </a:rPr>
              <a:t>)</a:t>
            </a:r>
            <a:r>
              <a:rPr b="0" i="0">
                <a:solidFill>
                  <a:schemeClr val="dk1"/>
                </a:solidFill>
                <a:latin typeface="Consolas"/>
              </a:rPr>
              <a:t>:</a:t>
            </a:r>
            <a:br/>
            <a:r>
              <a:rPr b="0" i="0">
                <a:solidFill>
                  <a:schemeClr val="dk1"/>
                </a:solidFill>
                <a:latin typeface="Consolas"/>
              </a:rPr>
              <a:t>        </a:t>
            </a:r>
            <a:r>
              <a:rPr b="0" i="0">
                <a:solidFill>
                  <a:schemeClr val="accent3">
                    <a:lumMod val="55575"/>
                  </a:schemeClr>
                </a:solidFill>
                <a:latin typeface="Consolas"/>
              </a:rPr>
              <a:t>print</a:t>
            </a:r>
            <a:r>
              <a:rPr b="0" i="0">
                <a:solidFill>
                  <a:schemeClr val="dk1"/>
                </a:solidFill>
                <a:latin typeface="Consolas"/>
              </a:rPr>
              <a:t>(</a:t>
            </a:r>
            <a:r>
              <a:rPr b="0" i="0">
                <a:solidFill>
                  <a:schemeClr val="accent2">
                    <a:lumMod val="69990"/>
                  </a:schemeClr>
                </a:solidFill>
                <a:latin typeface="Consolas"/>
              </a:rPr>
              <a:t>f</a:t>
            </a:r>
            <a:r>
              <a:rPr b="0" i="0">
                <a:solidFill>
                  <a:schemeClr val="accent2">
                    <a:lumMod val="69990"/>
                  </a:schemeClr>
                </a:solidFill>
                <a:latin typeface="Consolas"/>
              </a:rPr>
              <a:t>"</a:t>
            </a:r>
            <a:r>
              <a:rPr b="0" i="0">
                <a:solidFill>
                  <a:schemeClr val="accent2">
                    <a:lumMod val="69990"/>
                  </a:schemeClr>
                </a:solidFill>
                <a:latin typeface="Consolas"/>
              </a:rPr>
              <a:t>Hello, </a:t>
            </a:r>
            <a:r>
              <a:rPr b="0" i="0">
                <a:solidFill>
                  <a:schemeClr val="accent2">
                    <a:lumMod val="69990"/>
                  </a:schemeClr>
                </a:solidFill>
                <a:latin typeface="Consolas"/>
              </a:rPr>
              <a:t>{</a:t>
            </a:r>
            <a:r>
              <a:rPr b="0" i="0">
                <a:solidFill>
                  <a:schemeClr val="dk1"/>
                </a:solidFill>
                <a:latin typeface="Consolas"/>
              </a:rPr>
              <a:t>name</a:t>
            </a:r>
            <a:r>
              <a:rPr b="0" i="0">
                <a:solidFill>
                  <a:schemeClr val="accent2">
                    <a:lumMod val="69990"/>
                  </a:schemeClr>
                </a:solidFill>
                <a:latin typeface="Consolas"/>
              </a:rPr>
              <a:t>}</a:t>
            </a:r>
            <a:r>
              <a:rPr b="0" i="0">
                <a:solidFill>
                  <a:schemeClr val="accent2">
                    <a:lumMod val="69990"/>
                  </a:schemeClr>
                </a:solidFill>
                <a:latin typeface="Consolas"/>
              </a:rPr>
              <a:t>: </a:t>
            </a:r>
            <a:r>
              <a:rPr b="0" i="0">
                <a:solidFill>
                  <a:schemeClr val="accent2">
                    <a:lumMod val="69990"/>
                  </a:schemeClr>
                </a:solidFill>
                <a:latin typeface="Consolas"/>
              </a:rPr>
              <a:t>{</a:t>
            </a:r>
            <a:r>
              <a:rPr b="0" i="0">
                <a:solidFill>
                  <a:schemeClr val="dk1"/>
                </a:solidFill>
                <a:latin typeface="Consolas"/>
              </a:rPr>
              <a:t>index</a:t>
            </a:r>
            <a:r>
              <a:rPr b="0" i="0">
                <a:solidFill>
                  <a:schemeClr val="accent2">
                    <a:lumMod val="69990"/>
                  </a:schemeClr>
                </a:solidFill>
                <a:latin typeface="Consolas"/>
              </a:rPr>
              <a:t>}</a:t>
            </a:r>
            <a:r>
              <a:rPr b="0" i="0">
                <a:solidFill>
                  <a:schemeClr val="accent2">
                    <a:lumMod val="69990"/>
                  </a:schemeClr>
                </a:solidFill>
                <a:latin typeface="Consolas"/>
              </a:rPr>
              <a:t>"</a:t>
            </a:r>
            <a:r>
              <a:rPr b="0" i="0">
                <a:solidFill>
                  <a:schemeClr val="dk1"/>
                </a:solidFill>
                <a:latin typeface="Consolas"/>
              </a:rPr>
              <a:t>)</a:t>
            </a:r>
            <a:br/>
            <a:br/>
            <a:br/>
            <a:r>
              <a:rPr b="0" i="0">
                <a:solidFill>
                  <a:schemeClr val="dk1"/>
                </a:solidFill>
                <a:latin typeface="Consolas"/>
              </a:rPr>
              <a:t>greet</a:t>
            </a:r>
            <a:r>
              <a:rPr b="0" i="0">
                <a:solidFill>
                  <a:schemeClr val="dk1"/>
                </a:solidFill>
                <a:latin typeface="Consolas"/>
              </a:rPr>
              <a:t>(</a:t>
            </a:r>
            <a:r>
              <a:rPr b="0" i="0">
                <a:solidFill>
                  <a:schemeClr val="accent2">
                    <a:lumMod val="69990"/>
                  </a:schemeClr>
                </a:solidFill>
                <a:latin typeface="Consolas"/>
              </a:rPr>
              <a:t>"</a:t>
            </a:r>
            <a:r>
              <a:rPr b="0" i="0">
                <a:solidFill>
                  <a:schemeClr val="accent2">
                    <a:lumMod val="69990"/>
                  </a:schemeClr>
                </a:solidFill>
                <a:latin typeface="Consolas"/>
              </a:rPr>
              <a:t>PowerPoint</a:t>
            </a:r>
            <a:r>
              <a:rPr b="0" i="0">
                <a:solidFill>
                  <a:schemeClr val="accent2">
                    <a:lumMod val="69990"/>
                  </a:schemeClr>
                </a:solidFill>
                <a:latin typeface="Consolas"/>
              </a:rPr>
              <a:t>"</a:t>
            </a:r>
            <a:r>
              <a:rPr b="0" i="0">
                <a:solidFill>
                  <a:schemeClr val="dk1"/>
                </a:solidFill>
                <a:latin typeface="Consolas"/>
              </a:rPr>
              <a:t>)</a:t>
            </a:r>
            <a:endParaRPr>
              <a:solidFill>
                <a:schemeClr val="dk1"/>
              </a:solidFill>
            </a:endParaRP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0263F"/>
        </a:solidFill>
        <a:effectLst/>
      </p:bgPr>
    </p:bg>
    <p:spTree>
      <p:nvGrpSpPr>
        <p:cNvPr id="1" name=""/>
        <p:cNvGrpSpPr/>
        <p:nvPr/>
      </p:nvGrpSpPr>
      <p:grpSpPr/>
      <p:sp>
        <p:nvSpPr>
          <p:cNvPr id="2" name="Title 1"/>
          <p:cNvSpPr>
            <a:spLocks noGrp="1"/>
          </p:cNvSpPr>
          <p:nvPr>
            <p:ph type="title"/>
          </p:nvPr>
        </p:nvSpPr>
        <p:spPr/>
        <p:txBody>
          <a:bodyPr>
            <a:normAutofit/>
          </a:bodyPr>
          <a:lstStyle/>
          <a:p>
            <a:pPr>
              <a:defRPr>
                <a:solidFill>
                  <a:srgbClr val="FFFFFF"/>
                </a:solidFill>
              </a:defRPr>
            </a:pPr>
            <a:r>
              <a:rPr>
                <a:solidFill>
                  <a:srgbClr val="FFFFFF"/>
                </a:solidFill>
              </a:rPr>
              <a:t>Theme syntax: light colors</a:t>
            </a:r>
            <a:endParaRPr>
              <a:solidFill>
                <a:srgbClr val="FFFFFF"/>
              </a:solidFill>
            </a:endParaRPr>
          </a:p>
        </p:txBody>
      </p:sp>
      <p:sp>
        <p:nvSpPr>
          <p:cNvPr id="3" name="Content Placeholder 2"/>
          <p:cNvSpPr>
            <a:spLocks noGrp="1"/>
          </p:cNvSpPr>
          <p:nvPr>
            <p:ph idx="1"/>
          </p:nvPr>
        </p:nvSpPr>
        <p:spPr/>
        <p:txBody>
          <a:bodyPr wrap="square">
            <a:normAutofit/>
          </a:bodyPr>
          <a:lstStyle/>
          <a:p>
            <a:pPr marL="0" indent="0">
              <a:buNone/>
              <a:defRPr>
                <a:solidFill>
                  <a:srgbClr val="FFFFFF"/>
                </a:solidFill>
              </a:defRPr>
            </a:pPr>
            <a:r>
              <a:rPr b="0" i="0">
                <a:solidFill>
                  <a:srgbClr val="FFFFFF"/>
                </a:solidFill>
                <a:latin typeface="Consolas"/>
              </a:rPr>
              <a:t>code_highlighting: theme-light</a:t>
            </a:r>
            <a:r>
              <a:rPr b="0" i="0">
                <a:solidFill>
                  <a:srgbClr val="FFFFFF"/>
                </a:solidFill>
                <a:latin typeface="+mn-lt"/>
                <a:ea typeface="+mn-ea"/>
                <a:cs typeface="+mn-cs"/>
              </a:rPr>
              <a:t> on a navy background.</a:t>
            </a:r>
            <a:endParaRPr>
              <a:solidFill>
                <a:srgbClr val="FFFFFF"/>
              </a:solidFill>
            </a:endParaRPr>
          </a:p>
          <a:p>
            <a:pPr marL="0" indent="0">
              <a:buNone/>
              <a:defRPr>
                <a:solidFill>
                  <a:srgbClr val="FFFFFF"/>
                </a:solidFill>
              </a:defRPr>
            </a:pPr>
            <a:r>
              <a:rPr b="0" i="1">
                <a:solidFill>
                  <a:schemeClr val="lt1"/>
                </a:solidFill>
                <a:latin typeface="Consolas"/>
              </a:rPr>
              <a:t>// Editable theme colors on a dark slide</a:t>
            </a:r>
            <a:br/>
            <a:r>
              <a:rPr b="1" i="0">
                <a:solidFill>
                  <a:schemeClr val="accent1">
                    <a:lumMod val="80137"/>
                    <a:lumOff val="19863"/>
                  </a:schemeClr>
                </a:solidFill>
                <a:latin typeface="Consolas"/>
              </a:rPr>
              <a:t>interface</a:t>
            </a:r>
            <a:r>
              <a:rPr b="0" i="0">
                <a:solidFill>
                  <a:schemeClr val="lt1"/>
                </a:solidFill>
                <a:latin typeface="Consolas"/>
              </a:rPr>
              <a:t> </a:t>
            </a:r>
            <a:r>
              <a:rPr b="0" i="0">
                <a:solidFill>
                  <a:schemeClr val="lt1"/>
                </a:solidFill>
                <a:latin typeface="Consolas"/>
              </a:rPr>
              <a:t>Greeting</a:t>
            </a:r>
            <a:r>
              <a:rPr b="0" i="0">
                <a:solidFill>
                  <a:schemeClr val="lt1"/>
                </a:solidFill>
                <a:latin typeface="Consolas"/>
              </a:rPr>
              <a:t> </a:t>
            </a:r>
            <a:r>
              <a:rPr b="0" i="0">
                <a:solidFill>
                  <a:schemeClr val="lt1"/>
                </a:solidFill>
                <a:latin typeface="Consolas"/>
              </a:rPr>
              <a:t>{</a:t>
            </a:r>
            <a:r>
              <a:rPr b="0" i="0">
                <a:solidFill>
                  <a:schemeClr val="lt1"/>
                </a:solidFill>
                <a:latin typeface="Consolas"/>
              </a:rPr>
              <a:t> </a:t>
            </a:r>
            <a:r>
              <a:rPr b="0" i="0">
                <a:solidFill>
                  <a:schemeClr val="lt1"/>
                </a:solidFill>
                <a:latin typeface="Consolas"/>
              </a:rPr>
              <a:t>message</a:t>
            </a:r>
            <a:r>
              <a:rPr b="0" i="0">
                <a:solidFill>
                  <a:schemeClr val="lt1"/>
                </a:solidFill>
                <a:latin typeface="Consolas"/>
              </a:rPr>
              <a:t>:</a:t>
            </a:r>
            <a:r>
              <a:rPr b="0" i="0">
                <a:solidFill>
                  <a:schemeClr val="lt1"/>
                </a:solidFill>
                <a:latin typeface="Consolas"/>
              </a:rPr>
              <a:t> </a:t>
            </a:r>
            <a:r>
              <a:rPr b="0" i="0">
                <a:solidFill>
                  <a:schemeClr val="accent3"/>
                </a:solidFill>
                <a:latin typeface="Consolas"/>
              </a:rPr>
              <a:t>string</a:t>
            </a:r>
            <a:r>
              <a:rPr b="0" i="0">
                <a:solidFill>
                  <a:schemeClr val="lt1"/>
                </a:solidFill>
                <a:latin typeface="Consolas"/>
              </a:rPr>
              <a:t> </a:t>
            </a:r>
            <a:r>
              <a:rPr b="0" i="0">
                <a:solidFill>
                  <a:schemeClr val="lt1"/>
                </a:solidFill>
                <a:latin typeface="Consolas"/>
              </a:rPr>
              <a:t>}</a:t>
            </a:r>
            <a:br/>
            <a:r>
              <a:rPr b="1" i="0">
                <a:solidFill>
                  <a:schemeClr val="accent1">
                    <a:lumMod val="80137"/>
                    <a:lumOff val="19863"/>
                  </a:schemeClr>
                </a:solidFill>
                <a:latin typeface="Consolas"/>
              </a:rPr>
              <a:t>const</a:t>
            </a:r>
            <a:r>
              <a:rPr b="0" i="0">
                <a:solidFill>
                  <a:schemeClr val="lt1"/>
                </a:solidFill>
                <a:latin typeface="Consolas"/>
              </a:rPr>
              <a:t> </a:t>
            </a:r>
            <a:r>
              <a:rPr b="0" i="0">
                <a:solidFill>
                  <a:schemeClr val="lt1"/>
                </a:solidFill>
                <a:latin typeface="Consolas"/>
              </a:rPr>
              <a:t>greet</a:t>
            </a:r>
            <a:r>
              <a:rPr b="0" i="0">
                <a:solidFill>
                  <a:schemeClr val="lt1"/>
                </a:solidFill>
                <a:latin typeface="Consolas"/>
              </a:rPr>
              <a:t> </a:t>
            </a:r>
            <a:r>
              <a:rPr b="0" i="0">
                <a:solidFill>
                  <a:schemeClr val="lt1"/>
                </a:solidFill>
                <a:latin typeface="Consolas"/>
              </a:rPr>
              <a:t>=</a:t>
            </a:r>
            <a:r>
              <a:rPr b="0" i="0">
                <a:solidFill>
                  <a:schemeClr val="lt1"/>
                </a:solidFill>
                <a:latin typeface="Consolas"/>
              </a:rPr>
              <a:t> </a:t>
            </a:r>
            <a:r>
              <a:rPr b="0" i="0">
                <a:solidFill>
                  <a:schemeClr val="lt1"/>
                </a:solidFill>
                <a:latin typeface="Consolas"/>
              </a:rPr>
              <a:t>(</a:t>
            </a:r>
            <a:r>
              <a:rPr b="0" i="0">
                <a:solidFill>
                  <a:schemeClr val="lt1"/>
                </a:solidFill>
                <a:latin typeface="Consolas"/>
              </a:rPr>
              <a:t>name</a:t>
            </a:r>
            <a:r>
              <a:rPr b="0" i="0">
                <a:solidFill>
                  <a:schemeClr val="lt1"/>
                </a:solidFill>
                <a:latin typeface="Consolas"/>
              </a:rPr>
              <a:t>:</a:t>
            </a:r>
            <a:r>
              <a:rPr b="0" i="0">
                <a:solidFill>
                  <a:schemeClr val="lt1"/>
                </a:solidFill>
                <a:latin typeface="Consolas"/>
              </a:rPr>
              <a:t> </a:t>
            </a:r>
            <a:r>
              <a:rPr b="0" i="0">
                <a:solidFill>
                  <a:schemeClr val="accent3"/>
                </a:solidFill>
                <a:latin typeface="Consolas"/>
              </a:rPr>
              <a:t>string</a:t>
            </a:r>
            <a:r>
              <a:rPr b="0" i="0">
                <a:solidFill>
                  <a:schemeClr val="lt1"/>
                </a:solidFill>
                <a:latin typeface="Consolas"/>
              </a:rPr>
              <a:t>)</a:t>
            </a:r>
            <a:r>
              <a:rPr b="0" i="0">
                <a:solidFill>
                  <a:schemeClr val="lt1"/>
                </a:solidFill>
                <a:latin typeface="Consolas"/>
              </a:rPr>
              <a:t>:</a:t>
            </a:r>
            <a:r>
              <a:rPr b="0" i="0">
                <a:solidFill>
                  <a:schemeClr val="lt1"/>
                </a:solidFill>
                <a:latin typeface="Consolas"/>
              </a:rPr>
              <a:t> </a:t>
            </a:r>
            <a:r>
              <a:rPr b="0" i="0">
                <a:solidFill>
                  <a:schemeClr val="lt1"/>
                </a:solidFill>
                <a:latin typeface="Consolas"/>
              </a:rPr>
              <a:t>Greeting</a:t>
            </a:r>
            <a:r>
              <a:rPr b="0" i="0">
                <a:solidFill>
                  <a:schemeClr val="lt1"/>
                </a:solidFill>
                <a:latin typeface="Consolas"/>
              </a:rPr>
              <a:t> </a:t>
            </a:r>
            <a:r>
              <a:rPr b="0" i="0">
                <a:solidFill>
                  <a:schemeClr val="lt1"/>
                </a:solidFill>
                <a:latin typeface="Consolas"/>
              </a:rPr>
              <a:t>=&gt;</a:t>
            </a:r>
            <a:r>
              <a:rPr b="0" i="0">
                <a:solidFill>
                  <a:schemeClr val="lt1"/>
                </a:solidFill>
                <a:latin typeface="Consolas"/>
              </a:rPr>
              <a:t> </a:t>
            </a:r>
            <a:r>
              <a:rPr b="0" i="0">
                <a:solidFill>
                  <a:schemeClr val="lt1"/>
                </a:solidFill>
                <a:latin typeface="Consolas"/>
              </a:rPr>
              <a:t>(</a:t>
            </a:r>
            <a:r>
              <a:rPr b="0" i="0">
                <a:solidFill>
                  <a:schemeClr val="lt1"/>
                </a:solidFill>
                <a:latin typeface="Consolas"/>
              </a:rPr>
              <a:t>{</a:t>
            </a:r>
            <a:br/>
            <a:r>
              <a:rPr b="0" i="0">
                <a:solidFill>
                  <a:schemeClr val="lt1"/>
                </a:solidFill>
                <a:latin typeface="Consolas"/>
              </a:rPr>
              <a:t>  </a:t>
            </a:r>
            <a:r>
              <a:rPr b="0" i="0">
                <a:solidFill>
                  <a:schemeClr val="lt1"/>
                </a:solidFill>
                <a:latin typeface="Consolas"/>
              </a:rPr>
              <a:t>message</a:t>
            </a:r>
            <a:r>
              <a:rPr b="0" i="0">
                <a:solidFill>
                  <a:schemeClr val="lt1"/>
                </a:solidFill>
                <a:latin typeface="Consolas"/>
              </a:rPr>
              <a:t>:</a:t>
            </a:r>
            <a:r>
              <a:rPr b="0" i="0">
                <a:solidFill>
                  <a:schemeClr val="lt1"/>
                </a:solidFill>
                <a:latin typeface="Consolas"/>
              </a:rPr>
              <a:t> </a:t>
            </a:r>
            <a:r>
              <a:rPr b="0" i="0">
                <a:solidFill>
                  <a:schemeClr val="accent2"/>
                </a:solidFill>
                <a:latin typeface="Consolas"/>
              </a:rPr>
              <a:t>`</a:t>
            </a:r>
            <a:r>
              <a:rPr b="0" i="0">
                <a:solidFill>
                  <a:schemeClr val="accent2"/>
                </a:solidFill>
                <a:latin typeface="Consolas"/>
              </a:rPr>
              <a:t>Hello, </a:t>
            </a:r>
            <a:r>
              <a:rPr b="0" i="0">
                <a:solidFill>
                  <a:schemeClr val="accent2"/>
                </a:solidFill>
                <a:latin typeface="Consolas"/>
              </a:rPr>
              <a:t>${</a:t>
            </a:r>
            <a:r>
              <a:rPr b="0" i="0">
                <a:solidFill>
                  <a:schemeClr val="lt1"/>
                </a:solidFill>
                <a:latin typeface="Consolas"/>
              </a:rPr>
              <a:t>name</a:t>
            </a:r>
            <a:r>
              <a:rPr b="0" i="0">
                <a:solidFill>
                  <a:schemeClr val="accent2"/>
                </a:solidFill>
                <a:latin typeface="Consolas"/>
              </a:rPr>
              <a:t>}</a:t>
            </a:r>
            <a:r>
              <a:rPr b="0" i="0">
                <a:solidFill>
                  <a:schemeClr val="accent2"/>
                </a:solidFill>
                <a:latin typeface="Consolas"/>
              </a:rPr>
              <a:t>`</a:t>
            </a:r>
            <a:br/>
            <a:r>
              <a:rPr b="0" i="0">
                <a:solidFill>
                  <a:schemeClr val="lt1"/>
                </a:solidFill>
                <a:latin typeface="Consolas"/>
              </a:rPr>
              <a:t>}</a:t>
            </a:r>
            <a:r>
              <a:rPr b="0" i="0">
                <a:solidFill>
                  <a:schemeClr val="lt1"/>
                </a:solidFill>
                <a:latin typeface="Consolas"/>
              </a:rPr>
              <a:t>)</a:t>
            </a:r>
            <a:r>
              <a:rPr b="0" i="0">
                <a:solidFill>
                  <a:schemeClr val="lt1"/>
                </a:solidFill>
                <a:latin typeface="Consolas"/>
              </a:rPr>
              <a:t>;</a:t>
            </a:r>
            <a:br/>
            <a:br/>
            <a:r>
              <a:rPr b="0" i="0">
                <a:solidFill>
                  <a:schemeClr val="lt1"/>
                </a:solidFill>
                <a:latin typeface="Consolas"/>
              </a:rPr>
              <a:t>console</a:t>
            </a:r>
            <a:r>
              <a:rPr b="0" i="0">
                <a:solidFill>
                  <a:schemeClr val="lt1"/>
                </a:solidFill>
                <a:latin typeface="Consolas"/>
              </a:rPr>
              <a:t>.</a:t>
            </a:r>
            <a:r>
              <a:rPr b="0" i="0">
                <a:solidFill>
                  <a:schemeClr val="lt1"/>
                </a:solidFill>
                <a:latin typeface="Consolas"/>
              </a:rPr>
              <a:t>log</a:t>
            </a:r>
            <a:r>
              <a:rPr b="0" i="0">
                <a:solidFill>
                  <a:schemeClr val="lt1"/>
                </a:solidFill>
                <a:latin typeface="Consolas"/>
              </a:rPr>
              <a:t>(</a:t>
            </a:r>
            <a:r>
              <a:rPr b="0" i="0">
                <a:solidFill>
                  <a:schemeClr val="lt1"/>
                </a:solidFill>
                <a:latin typeface="Consolas"/>
              </a:rPr>
              <a:t>greet</a:t>
            </a:r>
            <a:r>
              <a:rPr b="0" i="0">
                <a:solidFill>
                  <a:schemeClr val="lt1"/>
                </a:solidFill>
                <a:latin typeface="Consolas"/>
              </a:rPr>
              <a:t>(</a:t>
            </a:r>
            <a:r>
              <a:rPr b="0" i="0">
                <a:solidFill>
                  <a:schemeClr val="accent2"/>
                </a:solidFill>
                <a:latin typeface="Consolas"/>
              </a:rPr>
              <a:t>"PowerPoint"</a:t>
            </a:r>
            <a:r>
              <a:rPr b="0" i="0">
                <a:solidFill>
                  <a:schemeClr val="lt1"/>
                </a:solidFill>
                <a:latin typeface="Consolas"/>
              </a:rPr>
              <a:t>)</a:t>
            </a:r>
            <a:r>
              <a:rPr b="0" i="0">
                <a:solidFill>
                  <a:schemeClr val="lt1"/>
                </a:solidFill>
                <a:latin typeface="Consolas"/>
              </a:rPr>
              <a:t>)</a:t>
            </a:r>
            <a:r>
              <a:rPr b="0" i="0">
                <a:solidFill>
                  <a:schemeClr val="lt1"/>
                </a:solidFill>
                <a:latin typeface="Consolas"/>
              </a:rPr>
              <a:t>;</a:t>
            </a:r>
            <a:endParaRPr>
              <a:solidFill>
                <a:srgbClr val="FFFFFF"/>
              </a:solidFill>
            </a:endParaRP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gradFill rotWithShape="1">
          <a:gsLst>
            <a:gs pos="0">
              <a:srgbClr val="FFFFFF"/>
            </a:gs>
            <a:gs pos="100000">
              <a:srgbClr val="D8EBFF"/>
            </a:gs>
          </a:gsLst>
          <a:lin ang="0" scaled="0"/>
        </a:gradFill>
        <a:effectLst/>
      </p:bgPr>
    </p:bg>
    <p:spTree>
      <p:nvGrpSpPr>
        <p:cNvPr id="1" name=""/>
        <p:cNvGrpSpPr/>
        <p:nvPr/>
      </p:nvGrpSpPr>
      <p:grpSpPr/>
      <p:sp>
        <p:nvSpPr>
          <p:cNvPr id="2" name="Title 1"/>
          <p:cNvSpPr>
            <a:spLocks noGrp="1"/>
          </p:cNvSpPr>
          <p:nvPr>
            <p:ph type="title"/>
          </p:nvPr>
        </p:nvSpPr>
        <p:spPr/>
        <p:txBody>
          <a:bodyPr>
            <a:normAutofit/>
          </a:bodyPr>
          <a:lstStyle/>
          <a:p>
            <a:pPr>
              <a:defRPr>
                <a:solidFill>
                  <a:schemeClr val="accent6"/>
                </a:solidFill>
              </a:defRPr>
            </a:pPr>
            <a:r>
              <a:rPr>
                <a:solidFill>
                  <a:schemeClr val="accent6"/>
                </a:solidFill>
              </a:rPr>
              <a:t>Theme syntax: a light gradient</a:t>
            </a:r>
            <a:endParaRPr>
              <a:solidFill>
                <a:schemeClr val="accent6"/>
              </a:solidFill>
            </a:endParaRPr>
          </a:p>
        </p:txBody>
      </p:sp>
      <p:sp>
        <p:nvSpPr>
          <p:cNvPr id="3" name="Content Placeholder 2"/>
          <p:cNvSpPr>
            <a:spLocks noGrp="1"/>
          </p:cNvSpPr>
          <p:nvPr>
            <p:ph idx="1"/>
          </p:nvPr>
        </p:nvSpPr>
        <p:spPr/>
        <p:txBody>
          <a:bodyPr wrap="square">
            <a:normAutofit/>
          </a:bodyPr>
          <a:lstStyle/>
          <a:p>
            <a:pPr marL="0" indent="0">
              <a:buNone/>
              <a:defRPr>
                <a:solidFill>
                  <a:schemeClr val="dk1"/>
                </a:solidFill>
              </a:defRPr>
            </a:pPr>
            <a:r>
              <a:rPr b="0" i="0">
                <a:solidFill>
                  <a:schemeClr val="dk1"/>
                </a:solidFill>
                <a:latin typeface="+mn-lt"/>
                <a:ea typeface="+mn-ea"/>
                <a:cs typeface="+mn-cs"/>
              </a:rPr>
              <a:t>The background range guides the brightness adjustments.</a:t>
            </a:r>
            <a:endParaRPr>
              <a:solidFill>
                <a:schemeClr val="dk1"/>
              </a:solidFill>
            </a:endParaRPr>
          </a:p>
          <a:p>
            <a:pPr marL="0" indent="0">
              <a:buNone/>
              <a:defRPr>
                <a:solidFill>
                  <a:schemeClr val="dk1"/>
                </a:solidFill>
              </a:defRPr>
            </a:pPr>
            <a:r>
              <a:rPr b="0" i="1">
                <a:solidFill>
                  <a:schemeClr val="dk1"/>
                </a:solidFill>
                <a:latin typeface="Consolas"/>
              </a:rPr>
              <a:t>&lt;!-- Theme colors stay editable --&gt;</a:t>
            </a:r>
            <a:br/>
            <a:r>
              <a:rPr b="0" i="0">
                <a:solidFill>
                  <a:schemeClr val="dk1"/>
                </a:solidFill>
                <a:latin typeface="Consolas"/>
              </a:rPr>
              <a:t>&lt;</a:t>
            </a:r>
            <a:r>
              <a:rPr b="1" i="0">
                <a:solidFill>
                  <a:schemeClr val="accent1">
                    <a:lumMod val="99549"/>
                  </a:schemeClr>
                </a:solidFill>
                <a:latin typeface="Consolas"/>
              </a:rPr>
              <a:t>article</a:t>
            </a:r>
            <a:r>
              <a:rPr b="0" i="0">
                <a:solidFill>
                  <a:schemeClr val="dk1"/>
                </a:solidFill>
                <a:latin typeface="Consolas"/>
              </a:rPr>
              <a:t> </a:t>
            </a:r>
            <a:r>
              <a:rPr b="0" i="0">
                <a:solidFill>
                  <a:schemeClr val="accent3">
                    <a:lumMod val="49725"/>
                  </a:schemeClr>
                </a:solidFill>
                <a:latin typeface="Consolas"/>
              </a:rPr>
              <a:t>class</a:t>
            </a:r>
            <a:r>
              <a:rPr b="0" i="0">
                <a:solidFill>
                  <a:schemeClr val="dk1"/>
                </a:solidFill>
                <a:latin typeface="Consolas"/>
              </a:rPr>
              <a:t>=</a:t>
            </a:r>
            <a:r>
              <a:rPr b="0" i="0">
                <a:solidFill>
                  <a:schemeClr val="accent2">
                    <a:lumMod val="62515"/>
                  </a:schemeClr>
                </a:solidFill>
                <a:latin typeface="Consolas"/>
              </a:rPr>
              <a:t>"greeting"</a:t>
            </a:r>
            <a:r>
              <a:rPr b="0" i="0">
                <a:solidFill>
                  <a:schemeClr val="dk1"/>
                </a:solidFill>
                <a:latin typeface="Consolas"/>
              </a:rPr>
              <a:t>&gt;</a:t>
            </a:r>
            <a:br/>
            <a:r>
              <a:rPr b="0" i="0">
                <a:solidFill>
                  <a:schemeClr val="dk1"/>
                </a:solidFill>
                <a:latin typeface="Consolas"/>
              </a:rPr>
              <a:t>  </a:t>
            </a:r>
            <a:r>
              <a:rPr b="0" i="0">
                <a:solidFill>
                  <a:schemeClr val="dk1"/>
                </a:solidFill>
                <a:latin typeface="Consolas"/>
              </a:rPr>
              <a:t>&lt;</a:t>
            </a:r>
            <a:r>
              <a:rPr b="1" i="0">
                <a:solidFill>
                  <a:schemeClr val="accent1">
                    <a:lumMod val="99549"/>
                  </a:schemeClr>
                </a:solidFill>
                <a:latin typeface="Consolas"/>
              </a:rPr>
              <a:t>h2</a:t>
            </a:r>
            <a:r>
              <a:rPr b="0" i="0">
                <a:solidFill>
                  <a:schemeClr val="dk1"/>
                </a:solidFill>
                <a:latin typeface="Consolas"/>
              </a:rPr>
              <a:t>&gt;</a:t>
            </a:r>
            <a:r>
              <a:rPr b="0" i="0">
                <a:solidFill>
                  <a:schemeClr val="dk1"/>
                </a:solidFill>
                <a:latin typeface="Consolas"/>
              </a:rPr>
              <a:t>Hello, PowerPoint</a:t>
            </a:r>
            <a:r>
              <a:rPr b="0" i="0">
                <a:solidFill>
                  <a:schemeClr val="dk1"/>
                </a:solidFill>
                <a:latin typeface="Consolas"/>
              </a:rPr>
              <a:t>&lt;</a:t>
            </a:r>
            <a:r>
              <a:rPr b="0" i="0">
                <a:solidFill>
                  <a:schemeClr val="dk1"/>
                </a:solidFill>
                <a:latin typeface="Consolas"/>
              </a:rPr>
              <a:t>/</a:t>
            </a:r>
            <a:r>
              <a:rPr b="1" i="0">
                <a:solidFill>
                  <a:schemeClr val="accent1">
                    <a:lumMod val="99549"/>
                  </a:schemeClr>
                </a:solidFill>
                <a:latin typeface="Consolas"/>
              </a:rPr>
              <a:t>h2</a:t>
            </a:r>
            <a:r>
              <a:rPr b="0" i="0">
                <a:solidFill>
                  <a:schemeClr val="dk1"/>
                </a:solidFill>
                <a:latin typeface="Consolas"/>
              </a:rPr>
              <a:t>&gt;</a:t>
            </a:r>
            <a:br/>
            <a:r>
              <a:rPr b="0" i="0">
                <a:solidFill>
                  <a:schemeClr val="dk1"/>
                </a:solidFill>
                <a:latin typeface="Consolas"/>
              </a:rPr>
              <a:t>  </a:t>
            </a:r>
            <a:r>
              <a:rPr b="0" i="0">
                <a:solidFill>
                  <a:schemeClr val="dk1"/>
                </a:solidFill>
                <a:latin typeface="Consolas"/>
              </a:rPr>
              <a:t>&lt;</a:t>
            </a:r>
            <a:r>
              <a:rPr b="1" i="0">
                <a:solidFill>
                  <a:schemeClr val="accent1">
                    <a:lumMod val="99549"/>
                  </a:schemeClr>
                </a:solidFill>
                <a:latin typeface="Consolas"/>
              </a:rPr>
              <a:t>p</a:t>
            </a:r>
            <a:r>
              <a:rPr b="0" i="0">
                <a:solidFill>
                  <a:schemeClr val="dk1"/>
                </a:solidFill>
                <a:latin typeface="Consolas"/>
              </a:rPr>
              <a:t> </a:t>
            </a:r>
            <a:r>
              <a:rPr b="0" i="0">
                <a:solidFill>
                  <a:schemeClr val="accent3">
                    <a:lumMod val="49725"/>
                  </a:schemeClr>
                </a:solidFill>
                <a:latin typeface="Consolas"/>
              </a:rPr>
              <a:t>data-state</a:t>
            </a:r>
            <a:r>
              <a:rPr b="0" i="0">
                <a:solidFill>
                  <a:schemeClr val="dk1"/>
                </a:solidFill>
                <a:latin typeface="Consolas"/>
              </a:rPr>
              <a:t>=</a:t>
            </a:r>
            <a:r>
              <a:rPr b="0" i="0">
                <a:solidFill>
                  <a:schemeClr val="accent2">
                    <a:lumMod val="62515"/>
                  </a:schemeClr>
                </a:solidFill>
                <a:latin typeface="Consolas"/>
              </a:rPr>
              <a:t>"ready"</a:t>
            </a:r>
            <a:r>
              <a:rPr b="0" i="0">
                <a:solidFill>
                  <a:schemeClr val="dk1"/>
                </a:solidFill>
                <a:latin typeface="Consolas"/>
              </a:rPr>
              <a:t>&gt;</a:t>
            </a:r>
            <a:r>
              <a:rPr b="0" i="0">
                <a:solidFill>
                  <a:schemeClr val="dk1"/>
                </a:solidFill>
                <a:latin typeface="Consolas"/>
              </a:rPr>
              <a:t>Ready to present.</a:t>
            </a:r>
            <a:r>
              <a:rPr b="0" i="0">
                <a:solidFill>
                  <a:schemeClr val="dk1"/>
                </a:solidFill>
                <a:latin typeface="Consolas"/>
              </a:rPr>
              <a:t>&lt;</a:t>
            </a:r>
            <a:r>
              <a:rPr b="0" i="0">
                <a:solidFill>
                  <a:schemeClr val="dk1"/>
                </a:solidFill>
                <a:latin typeface="Consolas"/>
              </a:rPr>
              <a:t>/</a:t>
            </a:r>
            <a:r>
              <a:rPr b="1" i="0">
                <a:solidFill>
                  <a:schemeClr val="accent1">
                    <a:lumMod val="99549"/>
                  </a:schemeClr>
                </a:solidFill>
                <a:latin typeface="Consolas"/>
              </a:rPr>
              <a:t>p</a:t>
            </a:r>
            <a:r>
              <a:rPr b="0" i="0">
                <a:solidFill>
                  <a:schemeClr val="dk1"/>
                </a:solidFill>
                <a:latin typeface="Consolas"/>
              </a:rPr>
              <a:t>&gt;</a:t>
            </a:r>
            <a:br/>
            <a:r>
              <a:rPr b="0" i="0">
                <a:solidFill>
                  <a:schemeClr val="dk1"/>
                </a:solidFill>
                <a:latin typeface="Consolas"/>
              </a:rPr>
              <a:t>&lt;</a:t>
            </a:r>
            <a:r>
              <a:rPr b="0" i="0">
                <a:solidFill>
                  <a:schemeClr val="dk1"/>
                </a:solidFill>
                <a:latin typeface="Consolas"/>
              </a:rPr>
              <a:t>/</a:t>
            </a:r>
            <a:r>
              <a:rPr b="1" i="0">
                <a:solidFill>
                  <a:schemeClr val="accent1">
                    <a:lumMod val="99549"/>
                  </a:schemeClr>
                </a:solidFill>
                <a:latin typeface="Consolas"/>
              </a:rPr>
              <a:t>article</a:t>
            </a:r>
            <a:r>
              <a:rPr b="0" i="0">
                <a:solidFill>
                  <a:schemeClr val="dk1"/>
                </a:solidFill>
                <a:latin typeface="Consolas"/>
              </a:rPr>
              <a:t>&gt;</a:t>
            </a:r>
            <a:endParaRPr>
              <a:solidFill>
                <a:schemeClr val="dk1"/>
              </a:solidFill>
            </a:endParaRP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gradFill rotWithShape="1">
          <a:gsLst>
            <a:gs pos="0">
              <a:srgbClr val="254D70"/>
            </a:gs>
            <a:gs pos="100000">
              <a:srgbClr val="102030"/>
            </a:gs>
          </a:gsLst>
          <a:path path="circle">
            <a:fillToRect l="50000" t="50000" r="50000" b="50000"/>
          </a:path>
        </a:gradFill>
        <a:effectLst/>
      </p:bgPr>
    </p:bg>
    <p:spTree>
      <p:nvGrpSpPr>
        <p:cNvPr id="1" name=""/>
        <p:cNvGrpSpPr/>
        <p:nvPr/>
      </p:nvGrpSpPr>
      <p:grpSpPr/>
      <p:sp>
        <p:nvSpPr>
          <p:cNvPr id="2" name="Title 1"/>
          <p:cNvSpPr>
            <a:spLocks noGrp="1"/>
          </p:cNvSpPr>
          <p:nvPr>
            <p:ph type="title"/>
          </p:nvPr>
        </p:nvSpPr>
        <p:spPr/>
        <p:txBody>
          <a:bodyPr>
            <a:normAutofit/>
          </a:bodyPr>
          <a:lstStyle/>
          <a:p>
            <a:pPr>
              <a:defRPr>
                <a:solidFill>
                  <a:srgbClr val="FFFFFF"/>
                </a:solidFill>
              </a:defRPr>
            </a:pPr>
            <a:r>
              <a:rPr>
                <a:solidFill>
                  <a:srgbClr val="FFFFFF"/>
                </a:solidFill>
              </a:rPr>
              <a:t>Theme syntax: a dark gradient</a:t>
            </a:r>
            <a:endParaRPr>
              <a:solidFill>
                <a:srgbClr val="FFFFFF"/>
              </a:solidFill>
            </a:endParaRPr>
          </a:p>
        </p:txBody>
      </p:sp>
      <p:sp>
        <p:nvSpPr>
          <p:cNvPr id="3" name="Content Placeholder 2"/>
          <p:cNvSpPr>
            <a:spLocks noGrp="1"/>
          </p:cNvSpPr>
          <p:nvPr>
            <p:ph idx="1"/>
          </p:nvPr>
        </p:nvSpPr>
        <p:spPr/>
        <p:txBody>
          <a:bodyPr wrap="square">
            <a:normAutofit/>
          </a:bodyPr>
          <a:lstStyle/>
          <a:p>
            <a:pPr marL="0" indent="0">
              <a:buNone/>
              <a:defRPr>
                <a:solidFill>
                  <a:srgbClr val="FFFFFF"/>
                </a:solidFill>
              </a:defRPr>
            </a:pPr>
            <a:r>
              <a:rPr b="0" i="0">
                <a:solidFill>
                  <a:srgbClr val="FFFFFF"/>
                </a:solidFill>
                <a:latin typeface="+mn-lt"/>
                <a:ea typeface="+mn-ea"/>
                <a:cs typeface="+mn-cs"/>
              </a:rPr>
              <a:t>One palette is reused across all code blocks in this area.</a:t>
            </a:r>
            <a:endParaRPr>
              <a:solidFill>
                <a:srgbClr val="FFFFFF"/>
              </a:solidFill>
            </a:endParaRPr>
          </a:p>
          <a:p>
            <a:pPr marL="0" indent="0">
              <a:buNone/>
              <a:defRPr>
                <a:solidFill>
                  <a:srgbClr val="FFFFFF"/>
                </a:solidFill>
              </a:defRPr>
            </a:pPr>
            <a:r>
              <a:rPr b="0" i="1">
                <a:solidFill>
                  <a:schemeClr val="lt1"/>
                </a:solidFill>
                <a:latin typeface="Consolas"/>
              </a:rPr>
              <a:t>/* Presentation colors follow the theme */</a:t>
            </a:r>
            <a:br/>
            <a:r>
              <a:rPr b="0" i="0">
                <a:solidFill>
                  <a:schemeClr val="lt1"/>
                </a:solidFill>
                <a:latin typeface="Consolas"/>
              </a:rPr>
              <a:t>.</a:t>
            </a:r>
            <a:r>
              <a:rPr b="0" i="0">
                <a:solidFill>
                  <a:schemeClr val="accent3"/>
                </a:solidFill>
                <a:latin typeface="Consolas"/>
              </a:rPr>
              <a:t>greeting</a:t>
            </a:r>
            <a:r>
              <a:rPr b="0" i="0">
                <a:solidFill>
                  <a:schemeClr val="lt1"/>
                </a:solidFill>
                <a:latin typeface="Consolas"/>
              </a:rPr>
              <a:t> </a:t>
            </a:r>
            <a:r>
              <a:rPr b="0" i="0">
                <a:solidFill>
                  <a:schemeClr val="lt1"/>
                </a:solidFill>
                <a:latin typeface="Consolas"/>
              </a:rPr>
              <a:t>{</a:t>
            </a:r>
            <a:br/>
            <a:r>
              <a:rPr b="0" i="0">
                <a:solidFill>
                  <a:schemeClr val="lt1"/>
                </a:solidFill>
                <a:latin typeface="Consolas"/>
              </a:rPr>
              <a:t>  </a:t>
            </a:r>
            <a:r>
              <a:rPr b="1" i="0">
                <a:solidFill>
                  <a:schemeClr val="accent1">
                    <a:lumMod val="47936"/>
                    <a:lumOff val="52064"/>
                  </a:schemeClr>
                </a:solidFill>
                <a:latin typeface="Consolas"/>
              </a:rPr>
              <a:t>color</a:t>
            </a:r>
            <a:r>
              <a:rPr b="0" i="0">
                <a:solidFill>
                  <a:schemeClr val="lt1"/>
                </a:solidFill>
                <a:latin typeface="Consolas"/>
              </a:rPr>
              <a:t>:</a:t>
            </a:r>
            <a:r>
              <a:rPr b="0" i="0">
                <a:solidFill>
                  <a:schemeClr val="lt1"/>
                </a:solidFill>
                <a:latin typeface="Consolas"/>
              </a:rPr>
              <a:t> </a:t>
            </a:r>
            <a:r>
              <a:rPr b="0" i="0">
                <a:solidFill>
                  <a:schemeClr val="accent2">
                    <a:lumMod val="77325"/>
                    <a:lumOff val="22675"/>
                  </a:schemeClr>
                </a:solidFill>
                <a:latin typeface="Consolas"/>
              </a:rPr>
              <a:t>#1d6fa8</a:t>
            </a:r>
            <a:r>
              <a:rPr b="0" i="0">
                <a:solidFill>
                  <a:schemeClr val="lt1"/>
                </a:solidFill>
                <a:latin typeface="Consolas"/>
              </a:rPr>
              <a:t>;</a:t>
            </a:r>
            <a:br/>
            <a:r>
              <a:rPr b="0" i="0">
                <a:solidFill>
                  <a:schemeClr val="lt1"/>
                </a:solidFill>
                <a:latin typeface="Consolas"/>
              </a:rPr>
              <a:t>  </a:t>
            </a:r>
            <a:r>
              <a:rPr b="1" i="0">
                <a:solidFill>
                  <a:schemeClr val="accent1">
                    <a:lumMod val="47936"/>
                    <a:lumOff val="52064"/>
                  </a:schemeClr>
                </a:solidFill>
                <a:latin typeface="Consolas"/>
              </a:rPr>
              <a:t>padding</a:t>
            </a:r>
            <a:r>
              <a:rPr b="0" i="0">
                <a:solidFill>
                  <a:schemeClr val="lt1"/>
                </a:solidFill>
                <a:latin typeface="Consolas"/>
              </a:rPr>
              <a:t>:</a:t>
            </a:r>
            <a:r>
              <a:rPr b="0" i="0">
                <a:solidFill>
                  <a:schemeClr val="lt1"/>
                </a:solidFill>
                <a:latin typeface="Consolas"/>
              </a:rPr>
              <a:t> </a:t>
            </a:r>
            <a:r>
              <a:rPr b="0" i="0">
                <a:solidFill>
                  <a:schemeClr val="accent2">
                    <a:lumMod val="77325"/>
                    <a:lumOff val="22675"/>
                  </a:schemeClr>
                </a:solidFill>
                <a:latin typeface="Consolas"/>
              </a:rPr>
              <a:t>24</a:t>
            </a:r>
            <a:r>
              <a:rPr b="0" i="0">
                <a:solidFill>
                  <a:schemeClr val="accent3"/>
                </a:solidFill>
                <a:latin typeface="Consolas"/>
              </a:rPr>
              <a:t>px</a:t>
            </a:r>
            <a:r>
              <a:rPr b="0" i="0">
                <a:solidFill>
                  <a:schemeClr val="lt1"/>
                </a:solidFill>
                <a:latin typeface="Consolas"/>
              </a:rPr>
              <a:t>;</a:t>
            </a:r>
            <a:br/>
            <a:r>
              <a:rPr b="0" i="0">
                <a:solidFill>
                  <a:schemeClr val="lt1"/>
                </a:solidFill>
                <a:latin typeface="Consolas"/>
              </a:rPr>
              <a:t>  </a:t>
            </a:r>
            <a:r>
              <a:rPr b="1" i="0">
                <a:solidFill>
                  <a:schemeClr val="accent1">
                    <a:lumMod val="47936"/>
                    <a:lumOff val="52064"/>
                  </a:schemeClr>
                </a:solidFill>
                <a:latin typeface="Consolas"/>
              </a:rPr>
              <a:t>display</a:t>
            </a:r>
            <a:r>
              <a:rPr b="0" i="0">
                <a:solidFill>
                  <a:schemeClr val="lt1"/>
                </a:solidFill>
                <a:latin typeface="Consolas"/>
              </a:rPr>
              <a:t>:</a:t>
            </a:r>
            <a:r>
              <a:rPr b="0" i="0">
                <a:solidFill>
                  <a:schemeClr val="lt1"/>
                </a:solidFill>
                <a:latin typeface="Consolas"/>
              </a:rPr>
              <a:t> </a:t>
            </a:r>
            <a:r>
              <a:rPr b="1" i="0">
                <a:solidFill>
                  <a:schemeClr val="accent1">
                    <a:lumMod val="47936"/>
                    <a:lumOff val="52064"/>
                  </a:schemeClr>
                </a:solidFill>
                <a:latin typeface="Consolas"/>
              </a:rPr>
              <a:t>grid</a:t>
            </a:r>
            <a:r>
              <a:rPr b="0" i="0">
                <a:solidFill>
                  <a:schemeClr val="lt1"/>
                </a:solidFill>
                <a:latin typeface="Consolas"/>
              </a:rPr>
              <a:t>;</a:t>
            </a:r>
            <a:br/>
            <a:r>
              <a:rPr b="0" i="0">
                <a:solidFill>
                  <a:schemeClr val="lt1"/>
                </a:solidFill>
                <a:latin typeface="Consolas"/>
              </a:rPr>
              <a:t>  </a:t>
            </a:r>
            <a:r>
              <a:rPr b="1" i="0">
                <a:solidFill>
                  <a:schemeClr val="accent1">
                    <a:lumMod val="47936"/>
                    <a:lumOff val="52064"/>
                  </a:schemeClr>
                </a:solidFill>
                <a:latin typeface="Consolas"/>
              </a:rPr>
              <a:t>gap</a:t>
            </a:r>
            <a:r>
              <a:rPr b="0" i="0">
                <a:solidFill>
                  <a:schemeClr val="lt1"/>
                </a:solidFill>
                <a:latin typeface="Consolas"/>
              </a:rPr>
              <a:t>:</a:t>
            </a:r>
            <a:r>
              <a:rPr b="0" i="0">
                <a:solidFill>
                  <a:schemeClr val="lt1"/>
                </a:solidFill>
                <a:latin typeface="Consolas"/>
              </a:rPr>
              <a:t> </a:t>
            </a:r>
            <a:r>
              <a:rPr b="0" i="0">
                <a:solidFill>
                  <a:schemeClr val="accent2">
                    <a:lumMod val="77325"/>
                    <a:lumOff val="22675"/>
                  </a:schemeClr>
                </a:solidFill>
                <a:latin typeface="Consolas"/>
              </a:rPr>
              <a:t>12</a:t>
            </a:r>
            <a:r>
              <a:rPr b="0" i="0">
                <a:solidFill>
                  <a:schemeClr val="accent3"/>
                </a:solidFill>
                <a:latin typeface="Consolas"/>
              </a:rPr>
              <a:t>px</a:t>
            </a:r>
            <a:r>
              <a:rPr b="0" i="0">
                <a:solidFill>
                  <a:schemeClr val="lt1"/>
                </a:solidFill>
                <a:latin typeface="Consolas"/>
              </a:rPr>
              <a:t>;</a:t>
            </a:r>
            <a:br/>
            <a:r>
              <a:rPr b="0" i="0">
                <a:solidFill>
                  <a:schemeClr val="lt1"/>
                </a:solidFill>
                <a:latin typeface="Consolas"/>
              </a:rPr>
              <a:t>}</a:t>
            </a:r>
            <a:endParaRPr>
              <a:solidFill>
                <a:srgbClr val="FFFFFF"/>
              </a:solidFill>
            </a:endParaRP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p:txBody>
          <a:bodyPr>
            <a:normAutofit/>
          </a:bodyPr>
          <a:lstStyle/>
          <a:p>
            <a:pPr>
              <a:defRPr>
                <a:solidFill>
                  <a:schemeClr val="accent6"/>
                </a:solidFill>
              </a:defRPr>
            </a:pPr>
            <a:r>
              <a:rPr>
                <a:solidFill>
                  <a:schemeClr val="accent6"/>
                </a:solidFill>
              </a:rPr>
              <a:t>Code stays inside its list item</a:t>
            </a:r>
            <a:endParaRPr>
              <a:solidFill>
                <a:schemeClr val="accent6"/>
              </a:solidFill>
            </a:endParaRPr>
          </a:p>
        </p:txBody>
      </p:sp>
      <p:sp>
        <p:nvSpPr>
          <p:cNvPr id="3" name="Content Placeholder 2"/>
          <p:cNvSpPr>
            <a:spLocks noGrp="1"/>
          </p:cNvSpPr>
          <p:nvPr>
            <p:ph idx="1"/>
          </p:nvPr>
        </p:nvSpPr>
        <p:spPr/>
        <p:txBody>
          <a:bodyPr wrap="square">
            <a:normAutofit/>
          </a:bodyPr>
          <a:lstStyle/>
          <a:p>
            <a:pPr marL="576072" indent="-365760">
              <a:buAutoNum type="arabicPeriod" startAt="1"/>
              <a:defRPr>
                <a:solidFill>
                  <a:schemeClr val="dk1"/>
                </a:solidFill>
              </a:defRPr>
            </a:pPr>
            <a:r>
              <a:rPr b="0" i="0">
                <a:solidFill>
                  <a:schemeClr val="dk1"/>
                </a:solidFill>
                <a:latin typeface="+mn-lt"/>
                <a:ea typeface="+mn-ea"/>
                <a:cs typeface="+mn-cs"/>
              </a:rPr>
              <a:t>Run the check</a:t>
            </a:r>
            <a:endParaRPr>
              <a:solidFill>
                <a:schemeClr val="dk1"/>
              </a:solidFill>
            </a:endParaRPr>
          </a:p>
          <a:p>
            <a:pPr marL="576072" indent="0">
              <a:buNone/>
              <a:defRPr>
                <a:solidFill>
                  <a:schemeClr val="dk1"/>
                </a:solidFill>
              </a:defRPr>
            </a:pPr>
            <a:r>
              <a:rPr b="0" i="0">
                <a:solidFill>
                  <a:schemeClr val="dk1"/>
                </a:solidFill>
                <a:latin typeface="Consolas"/>
              </a:rPr>
              <a:t>status</a:t>
            </a:r>
            <a:r>
              <a:rPr b="0" i="0">
                <a:solidFill>
                  <a:schemeClr val="dk1"/>
                </a:solidFill>
                <a:latin typeface="Consolas"/>
              </a:rPr>
              <a:t> </a:t>
            </a:r>
            <a:r>
              <a:rPr b="0" i="0">
                <a:solidFill>
                  <a:schemeClr val="dk1"/>
                </a:solidFill>
                <a:latin typeface="Consolas"/>
              </a:rPr>
              <a:t>=</a:t>
            </a:r>
            <a:r>
              <a:rPr b="0" i="0">
                <a:solidFill>
                  <a:schemeClr val="dk1"/>
                </a:solidFill>
                <a:latin typeface="Consolas"/>
              </a:rPr>
              <a:t> </a:t>
            </a:r>
            <a:r>
              <a:rPr b="0" i="0">
                <a:solidFill>
                  <a:schemeClr val="accent2">
                    <a:lumMod val="69990"/>
                  </a:schemeClr>
                </a:solidFill>
                <a:latin typeface="Consolas"/>
              </a:rPr>
              <a:t>"</a:t>
            </a:r>
            <a:r>
              <a:rPr b="0" i="0">
                <a:solidFill>
                  <a:schemeClr val="accent2">
                    <a:lumMod val="69990"/>
                  </a:schemeClr>
                </a:solidFill>
                <a:latin typeface="Consolas"/>
              </a:rPr>
              <a:t>Ready</a:t>
            </a:r>
            <a:r>
              <a:rPr b="0" i="0">
                <a:solidFill>
                  <a:schemeClr val="accent2">
                    <a:lumMod val="69990"/>
                  </a:schemeClr>
                </a:solidFill>
                <a:latin typeface="Consolas"/>
              </a:rPr>
              <a:t>"</a:t>
            </a:r>
            <a:br/>
            <a:r>
              <a:rPr b="0" i="0">
                <a:solidFill>
                  <a:schemeClr val="accent3">
                    <a:lumMod val="55575"/>
                  </a:schemeClr>
                </a:solidFill>
                <a:latin typeface="Consolas"/>
              </a:rPr>
              <a:t>print</a:t>
            </a:r>
            <a:r>
              <a:rPr b="0" i="0">
                <a:solidFill>
                  <a:schemeClr val="dk1"/>
                </a:solidFill>
                <a:latin typeface="Consolas"/>
              </a:rPr>
              <a:t>(</a:t>
            </a:r>
            <a:r>
              <a:rPr b="0" i="0">
                <a:solidFill>
                  <a:schemeClr val="dk1"/>
                </a:solidFill>
                <a:latin typeface="Consolas"/>
              </a:rPr>
              <a:t>status</a:t>
            </a:r>
            <a:r>
              <a:rPr b="0" i="0">
                <a:solidFill>
                  <a:schemeClr val="dk1"/>
                </a:solidFill>
                <a:latin typeface="Consolas"/>
              </a:rPr>
              <a:t>)</a:t>
            </a:r>
            <a:endParaRPr>
              <a:solidFill>
                <a:schemeClr val="dk1"/>
              </a:solidFill>
            </a:endParaRPr>
          </a:p>
          <a:p>
            <a:pPr marL="576072" indent="0">
              <a:buNone/>
              <a:defRPr>
                <a:solidFill>
                  <a:schemeClr val="dk1"/>
                </a:solidFill>
              </a:defRPr>
            </a:pPr>
            <a:r>
              <a:rPr sz="3700" b="1" i="0">
                <a:solidFill>
                  <a:schemeClr val="dk1"/>
                </a:solidFill>
                <a:latin typeface="+mj-lt"/>
                <a:ea typeface="+mj-ea"/>
                <a:cs typeface="+mj-cs"/>
              </a:rPr>
              <a:t>Result</a:t>
            </a:r>
            <a:endParaRPr>
              <a:solidFill>
                <a:schemeClr val="dk1"/>
              </a:solidFill>
            </a:endParaRPr>
          </a:p>
          <a:p>
            <a:pPr marL="576072" indent="0">
              <a:buNone/>
              <a:defRPr>
                <a:solidFill>
                  <a:schemeClr val="dk1"/>
                </a:solidFill>
              </a:defRPr>
            </a:pPr>
            <a:r>
              <a:rPr b="0" i="0">
                <a:solidFill>
                  <a:schemeClr val="dk1"/>
                </a:solidFill>
                <a:latin typeface="+mn-lt"/>
                <a:ea typeface="+mn-ea"/>
                <a:cs typeface="+mn-cs"/>
              </a:rPr>
              <a:t>Continue after checking the output.</a:t>
            </a:r>
            <a:endParaRPr>
              <a:solidFill>
                <a:schemeClr val="dk1"/>
              </a:solidFill>
            </a:endParaRPr>
          </a:p>
          <a:p>
            <a:pPr marL="576072" indent="-365760">
              <a:buAutoNum type="arabicPeriod" startAt="2"/>
              <a:defRPr>
                <a:solidFill>
                  <a:schemeClr val="dk1"/>
                </a:solidFill>
              </a:defRPr>
            </a:pPr>
            <a:r>
              <a:rPr b="0" i="0">
                <a:solidFill>
                  <a:schemeClr val="dk1"/>
                </a:solidFill>
                <a:latin typeface="+mn-lt"/>
                <a:ea typeface="+mn-ea"/>
                <a:cs typeface="+mn-cs"/>
              </a:rPr>
              <a:t>Present the result</a:t>
            </a:r>
            <a:endParaRPr>
              <a:solidFill>
                <a:schemeClr val="dk1"/>
              </a:solidFill>
            </a:endParaRP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pPr>
              <a:defRPr>
                <a:solidFill>
                  <a:schemeClr val="accent6"/>
                </a:solidFill>
              </a:defRPr>
            </a:pPr>
            <a:r>
              <a:rPr>
                <a:solidFill>
                  <a:schemeClr val="accent6"/>
                </a:solidFill>
              </a:rPr>
              <a:t>Hidden slide setting</a:t>
            </a:r>
            <a:endParaRPr>
              <a:solidFill>
                <a:schemeClr val="accent6"/>
              </a:solidFill>
            </a:endParaRPr>
          </a:p>
        </p:txBody>
      </p:sp>
      <p:sp>
        <p:nvSpPr>
          <p:cNvPr id="3" name="Content Placeholder 2"/>
          <p:cNvSpPr>
            <a:spLocks noGrp="1"/>
          </p:cNvSpPr>
          <p:nvPr>
            <p:ph idx="1"/>
          </p:nvPr>
        </p:nvSpPr>
        <p:spPr/>
        <p:txBody>
          <a:bodyPr wrap="square">
            <a:normAutofit/>
          </a:bodyPr>
          <a:lstStyle/>
          <a:p>
            <a:pPr marL="0" indent="0">
              <a:buNone/>
              <a:defRPr>
                <a:solidFill>
                  <a:schemeClr val="dk1"/>
                </a:solidFill>
              </a:defRPr>
            </a:pPr>
            <a:r>
              <a:rPr b="0" i="0">
                <a:solidFill>
                  <a:schemeClr val="dk1"/>
                </a:solidFill>
                <a:latin typeface="+mn-lt"/>
                <a:ea typeface="+mn-ea"/>
                <a:cs typeface="+mn-cs"/>
              </a:rPr>
              <a:t>Set </a:t>
            </a:r>
            <a:r>
              <a:rPr b="0" i="0">
                <a:solidFill>
                  <a:schemeClr val="dk1"/>
                </a:solidFill>
                <a:latin typeface="Consolas"/>
              </a:rPr>
              <a:t>hidden: true</a:t>
            </a:r>
            <a:r>
              <a:rPr b="0" i="0">
                <a:solidFill>
                  <a:schemeClr val="dk1"/>
                </a:solidFill>
                <a:latin typeface="+mn-lt"/>
                <a:ea typeface="+mn-ea"/>
                <a:cs typeface="+mn-cs"/>
              </a:rPr>
              <a:t> on a slide to keep backup material in the file while skipping it during ordinary slide-show navigation.</a:t>
            </a:r>
            <a:endParaRPr>
              <a:solidFill>
                <a:schemeClr val="dk1"/>
              </a:solidFill>
            </a:endParaRPr>
          </a:p>
          <a:p>
            <a:pPr marL="0" indent="0">
              <a:buNone/>
              <a:defRPr>
                <a:solidFill>
                  <a:schemeClr val="dk1"/>
                </a:solidFill>
              </a:defRPr>
            </a:pPr>
            <a:r>
              <a:rPr b="0" i="0">
                <a:solidFill>
                  <a:schemeClr val="dk1"/>
                </a:solidFill>
                <a:latin typeface="+mn-lt"/>
                <a:ea typeface="+mn-ea"/>
                <a:cs typeface="+mn-cs"/>
              </a:rPr>
              <a:t>The hidden backup slide in this group is a working example. Its content and speaker notes remain editable in PowerPoint.</a:t>
            </a:r>
            <a:endParaRPr>
              <a:solidFill>
                <a:schemeClr val="dk1"/>
              </a:solidFill>
            </a:endParaRPr>
          </a:p>
        </p:txBody>
      </p:sp>
      <p:sp>
        <p:nvSpPr>
          <p:cNvPr id="4" name="Content Placeholder 3"/>
          <p:cNvSpPr>
            <a:spLocks noGrp="1"/>
          </p:cNvSpPr>
          <p:nvPr>
            <p:ph idx="2"/>
          </p:nvPr>
        </p:nvSpPr>
        <p:spPr/>
        <p:txBody>
          <a:bodyPr wrap="square">
            <a:normAutofit/>
          </a:bodyPr>
          <a:lstStyle/>
          <a:p>
            <a:pPr marL="0" indent="0">
              <a:buNone/>
              <a:defRPr>
                <a:solidFill>
                  <a:schemeClr val="dk1"/>
                </a:solidFill>
              </a:defRPr>
            </a:pPr>
            <a:r>
              <a:rPr b="0" i="0">
                <a:solidFill>
                  <a:schemeClr val="dk1"/>
                </a:solidFill>
                <a:latin typeface="Consolas"/>
              </a:rPr>
              <a:t># Hidden backup details</a:t>
            </a:r>
            <a:br/>
            <a:r>
              <a:rPr b="0" i="0">
                <a:solidFill>
                  <a:schemeClr val="dk1"/>
                </a:solidFill>
                <a:latin typeface="Consolas"/>
              </a:rPr>
              <a:t>&lt;!--</a:t>
            </a:r>
            <a:r>
              <a:rPr b="0" i="0">
                <a:solidFill>
                  <a:schemeClr val="dk1"/>
                </a:solidFill>
                <a:latin typeface="Consolas"/>
              </a:rPr>
              <a:t> </a:t>
            </a:r>
            <a:r>
              <a:rPr b="0" i="0">
                <a:solidFill>
                  <a:schemeClr val="dk1"/>
                </a:solidFill>
                <a:latin typeface="Consolas"/>
              </a:rPr>
              <a:t>markdown-pptx:slide</a:t>
            </a:r>
            <a:br/>
            <a:r>
              <a:rPr b="0" i="0">
                <a:solidFill>
                  <a:schemeClr val="dk1"/>
                </a:solidFill>
                <a:latin typeface="Consolas"/>
              </a:rPr>
              <a:t>hidden:</a:t>
            </a:r>
            <a:r>
              <a:rPr b="0" i="0">
                <a:solidFill>
                  <a:schemeClr val="dk1"/>
                </a:solidFill>
                <a:latin typeface="Consolas"/>
              </a:rPr>
              <a:t> </a:t>
            </a:r>
            <a:r>
              <a:rPr b="0" i="0">
                <a:solidFill>
                  <a:schemeClr val="dk1"/>
                </a:solidFill>
                <a:latin typeface="Consolas"/>
              </a:rPr>
              <a:t>true</a:t>
            </a:r>
            <a:br/>
            <a:r>
              <a:rPr b="0" i="0">
                <a:solidFill>
                  <a:schemeClr val="dk1"/>
                </a:solidFill>
                <a:latin typeface="Consolas"/>
              </a:rPr>
              <a:t>--&gt;</a:t>
            </a:r>
            <a:br/>
            <a:br/>
            <a:r>
              <a:rPr b="0" i="0">
                <a:solidFill>
                  <a:schemeClr val="dk1"/>
                </a:solidFill>
                <a:latin typeface="Consolas"/>
              </a:rPr>
              <a:t>Backup</a:t>
            </a:r>
            <a:r>
              <a:rPr b="0" i="0">
                <a:solidFill>
                  <a:schemeClr val="dk1"/>
                </a:solidFill>
                <a:latin typeface="Consolas"/>
              </a:rPr>
              <a:t> </a:t>
            </a:r>
            <a:r>
              <a:rPr b="0" i="0">
                <a:solidFill>
                  <a:schemeClr val="dk1"/>
                </a:solidFill>
                <a:latin typeface="Consolas"/>
              </a:rPr>
              <a:t>material.</a:t>
            </a:r>
            <a:endParaRPr>
              <a:solidFill>
                <a:schemeClr val="dk1"/>
              </a:solidFill>
            </a:endParaRP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itle 1"/>
          <p:cNvSpPr>
            <a:spLocks noGrp="1"/>
          </p:cNvSpPr>
          <p:nvPr>
            <p:ph type="title"/>
          </p:nvPr>
        </p:nvSpPr>
        <p:spPr/>
        <p:txBody>
          <a:bodyPr>
            <a:normAutofit/>
          </a:bodyPr>
          <a:lstStyle/>
          <a:p>
            <a:pPr>
              <a:defRPr>
                <a:solidFill>
                  <a:schemeClr val="accent6"/>
                </a:solidFill>
              </a:defRPr>
            </a:pPr>
            <a:r>
              <a:rPr>
                <a:solidFill>
                  <a:schemeClr val="accent6"/>
                </a:solidFill>
              </a:rPr>
              <a:t>Hidden backup details</a:t>
            </a:r>
            <a:endParaRPr>
              <a:solidFill>
                <a:schemeClr val="accent6"/>
              </a:solidFill>
            </a:endParaRPr>
          </a:p>
        </p:txBody>
      </p:sp>
      <p:sp>
        <p:nvSpPr>
          <p:cNvPr id="3" name="Content Placeholder 2"/>
          <p:cNvSpPr>
            <a:spLocks noGrp="1"/>
          </p:cNvSpPr>
          <p:nvPr>
            <p:ph idx="1"/>
          </p:nvPr>
        </p:nvSpPr>
        <p:spPr/>
        <p:txBody>
          <a:bodyPr wrap="square">
            <a:normAutofit/>
          </a:bodyPr>
          <a:lstStyle/>
          <a:p>
            <a:pPr marL="0" indent="0">
              <a:buNone/>
              <a:defRPr>
                <a:solidFill>
                  <a:schemeClr val="dk1"/>
                </a:solidFill>
              </a:defRPr>
            </a:pPr>
            <a:r>
              <a:rPr b="0" i="0">
                <a:solidFill>
                  <a:schemeClr val="dk1"/>
                </a:solidFill>
                <a:latin typeface="+mn-lt"/>
                <a:ea typeface="+mn-ea"/>
                <a:cs typeface="+mn-cs"/>
              </a:rPr>
              <a:t>Native content sizing keeps short table rows compact. Markdown separator colons control horizontal column alignment. Cells are centered vertically.</a:t>
            </a:r>
            <a:endParaRPr>
              <a:solidFill>
                <a:schemeClr val="dk1"/>
              </a:solidFill>
            </a:endParaRP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normAutofit/>
          </a:bodyPr>
          <a:lstStyle/>
          <a:p>
            <a:pPr>
              <a:defRPr>
                <a:solidFill>
                  <a:schemeClr val="accent6"/>
                </a:solidFill>
              </a:defRPr>
            </a:pPr>
            <a:r>
              <a:rPr>
                <a:solidFill>
                  <a:schemeClr val="accent6"/>
                </a:solidFill>
              </a:rPr>
              <a:t>Markdown in. Editable PowerPoint out.</a:t>
            </a:r>
            <a:endParaRPr>
              <a:solidFill>
                <a:schemeClr val="accent6"/>
              </a:solidFill>
            </a:endParaRPr>
          </a:p>
        </p:txBody>
      </p:sp>
      <p:sp>
        <p:nvSpPr>
          <p:cNvPr id="3" name="Subtitle 2"/>
          <p:cNvSpPr>
            <a:spLocks noGrp="1"/>
          </p:cNvSpPr>
          <p:nvPr>
            <p:ph type="subTitle" idx="1"/>
          </p:nvPr>
        </p:nvSpPr>
        <p:spPr/>
        <p:txBody>
          <a:bodyPr wrap="square">
            <a:normAutofit/>
          </a:bodyPr>
          <a:lstStyle/>
          <a:p>
            <a:pPr marL="0" indent="0">
              <a:buNone/>
              <a:defRPr>
                <a:solidFill>
                  <a:schemeClr val="dk1"/>
                </a:solidFill>
              </a:defRPr>
            </a:pPr>
            <a:r>
              <a:rPr b="0" i="0">
                <a:solidFill>
                  <a:schemeClr val="dk1"/>
                </a:solidFill>
                <a:latin typeface="+mn-lt"/>
                <a:ea typeface="+mn-ea"/>
                <a:cs typeface="+mn-cs"/>
              </a:rPr>
              <a:t>Run </a:t>
            </a:r>
            <a:r>
              <a:rPr b="0" i="0">
                <a:solidFill>
                  <a:schemeClr val="dk1"/>
                </a:solidFill>
                <a:latin typeface="Consolas"/>
              </a:rPr>
              <a:t>uvx markdown-pptx --help</a:t>
            </a:r>
            <a:r>
              <a:rPr b="0" i="0">
                <a:solidFill>
                  <a:schemeClr val="dk1"/>
                </a:solidFill>
                <a:latin typeface="+mn-lt"/>
                <a:ea typeface="+mn-ea"/>
                <a:cs typeface="+mn-cs"/>
              </a:rPr>
              <a:t> to get started.</a:t>
            </a:r>
            <a:endParaRPr>
              <a:solidFill>
                <a:schemeClr val="dk1"/>
              </a:solidFill>
            </a:endParaRP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pPr>
              <a:defRPr>
                <a:solidFill>
                  <a:schemeClr val="accent6"/>
                </a:solidFill>
              </a:defRPr>
            </a:pPr>
            <a:r>
              <a:rPr>
                <a:solidFill>
                  <a:schemeClr val="accent6"/>
                </a:solidFill>
              </a:rPr>
              <a:t>Deck alternatives: aspect ratio and preset</a:t>
            </a:r>
            <a:endParaRPr>
              <a:solidFill>
                <a:schemeClr val="accent6"/>
              </a:solidFill>
            </a:endParaRPr>
          </a:p>
        </p:txBody>
      </p:sp>
      <p:sp>
        <p:nvSpPr>
          <p:cNvPr id="3" name="Content Placeholder 2"/>
          <p:cNvSpPr>
            <a:spLocks noGrp="1"/>
          </p:cNvSpPr>
          <p:nvPr>
            <p:ph idx="1"/>
          </p:nvPr>
        </p:nvSpPr>
        <p:spPr/>
        <p:txBody>
          <a:bodyPr wrap="square">
            <a:normAutofit/>
          </a:bodyPr>
          <a:lstStyle/>
          <a:p>
            <a:pPr marL="0" indent="0">
              <a:buNone/>
              <a:defRPr>
                <a:solidFill>
                  <a:schemeClr val="dk1"/>
                </a:solidFill>
              </a:defRPr>
            </a:pPr>
            <a:r>
              <a:rPr b="0" i="0">
                <a:solidFill>
                  <a:schemeClr val="dk1"/>
                </a:solidFill>
                <a:latin typeface="+mn-lt"/>
                <a:ea typeface="+mn-ea"/>
                <a:cs typeface="+mn-cs"/>
              </a:rPr>
              <a:t>A document has one aspect ratio and one theme configuration. This complete alternative source uses 4:3 and a preset.</a:t>
            </a:r>
            <a:endParaRPr>
              <a:solidFill>
                <a:schemeClr val="dk1"/>
              </a:solidFill>
            </a:endParaRPr>
          </a:p>
          <a:p>
            <a:pPr marL="0" indent="0">
              <a:buNone/>
              <a:defRPr>
                <a:solidFill>
                  <a:schemeClr val="dk1"/>
                </a:solidFill>
              </a:defRPr>
            </a:pPr>
            <a:r>
              <a:rPr b="0" i="0">
                <a:solidFill>
                  <a:schemeClr val="dk1"/>
                </a:solidFill>
                <a:latin typeface="Consolas"/>
              </a:rPr>
              <a:t>&lt;!--</a:t>
            </a:r>
            <a:r>
              <a:rPr b="0" i="0">
                <a:solidFill>
                  <a:schemeClr val="dk1"/>
                </a:solidFill>
                <a:latin typeface="Consolas"/>
              </a:rPr>
              <a:t> </a:t>
            </a:r>
            <a:r>
              <a:rPr b="0" i="0">
                <a:solidFill>
                  <a:schemeClr val="dk1"/>
                </a:solidFill>
                <a:latin typeface="Consolas"/>
              </a:rPr>
              <a:t>markdown-pptx:deck</a:t>
            </a:r>
            <a:br/>
            <a:r>
              <a:rPr b="0" i="0">
                <a:solidFill>
                  <a:schemeClr val="dk1"/>
                </a:solidFill>
                <a:latin typeface="Consolas"/>
              </a:rPr>
              <a:t>aspect_ratio:</a:t>
            </a:r>
            <a:r>
              <a:rPr b="0" i="0">
                <a:solidFill>
                  <a:schemeClr val="dk1"/>
                </a:solidFill>
                <a:latin typeface="Consolas"/>
              </a:rPr>
              <a:t> </a:t>
            </a:r>
            <a:r>
              <a:rPr b="0" i="0">
                <a:solidFill>
                  <a:schemeClr val="dk1"/>
                </a:solidFill>
                <a:latin typeface="Consolas"/>
              </a:rPr>
              <a:t>"4:3"</a:t>
            </a:r>
            <a:br/>
            <a:r>
              <a:rPr b="0" i="0">
                <a:solidFill>
                  <a:schemeClr val="dk1"/>
                </a:solidFill>
                <a:latin typeface="Consolas"/>
              </a:rPr>
              <a:t>color_scheme:</a:t>
            </a:r>
            <a:br/>
            <a:r>
              <a:rPr b="0" i="0">
                <a:solidFill>
                  <a:schemeClr val="dk1"/>
                </a:solidFill>
                <a:latin typeface="Consolas"/>
              </a:rPr>
              <a:t> </a:t>
            </a:r>
            <a:r>
              <a:rPr b="0" i="0">
                <a:solidFill>
                  <a:schemeClr val="dk1"/>
                </a:solidFill>
                <a:latin typeface="Consolas"/>
              </a:rPr>
              <a:t> </a:t>
            </a:r>
            <a:r>
              <a:rPr b="0" i="0">
                <a:solidFill>
                  <a:schemeClr val="dk1"/>
                </a:solidFill>
                <a:latin typeface="Consolas"/>
              </a:rPr>
              <a:t>preset:</a:t>
            </a:r>
            <a:r>
              <a:rPr b="0" i="0">
                <a:solidFill>
                  <a:schemeClr val="dk1"/>
                </a:solidFill>
                <a:latin typeface="Consolas"/>
              </a:rPr>
              <a:t> </a:t>
            </a:r>
            <a:r>
              <a:rPr b="0" i="0">
                <a:solidFill>
                  <a:schemeClr val="dk1"/>
                </a:solidFill>
                <a:latin typeface="Consolas"/>
              </a:rPr>
              <a:t>Office</a:t>
            </a:r>
            <a:br/>
            <a:r>
              <a:rPr b="0" i="0">
                <a:solidFill>
                  <a:schemeClr val="dk1"/>
                </a:solidFill>
                <a:latin typeface="Consolas"/>
              </a:rPr>
              <a:t>background:</a:t>
            </a:r>
            <a:r>
              <a:rPr b="0" i="0">
                <a:solidFill>
                  <a:schemeClr val="dk1"/>
                </a:solidFill>
                <a:latin typeface="Consolas"/>
              </a:rPr>
              <a:t> </a:t>
            </a:r>
            <a:r>
              <a:rPr b="0" i="0">
                <a:solidFill>
                  <a:schemeClr val="dk1"/>
                </a:solidFill>
                <a:latin typeface="Consolas"/>
              </a:rPr>
              <a:t>none</a:t>
            </a:r>
            <a:br/>
            <a:r>
              <a:rPr b="0" i="0">
                <a:solidFill>
                  <a:schemeClr val="dk1"/>
                </a:solidFill>
                <a:latin typeface="Consolas"/>
              </a:rPr>
              <a:t>--&gt;</a:t>
            </a:r>
            <a:br/>
            <a:br/>
            <a:r>
              <a:rPr b="0" i="0">
                <a:solidFill>
                  <a:schemeClr val="dk1"/>
                </a:solidFill>
                <a:latin typeface="Consolas"/>
              </a:rPr>
              <a:t># Preset example</a:t>
            </a:r>
            <a:br/>
            <a:br/>
            <a:r>
              <a:rPr b="0" i="0">
                <a:solidFill>
                  <a:schemeClr val="dk1"/>
                </a:solidFill>
                <a:latin typeface="Consolas"/>
              </a:rPr>
              <a:t>A</a:t>
            </a:r>
            <a:r>
              <a:rPr b="0" i="0">
                <a:solidFill>
                  <a:schemeClr val="dk1"/>
                </a:solidFill>
                <a:latin typeface="Consolas"/>
              </a:rPr>
              <a:t> </a:t>
            </a:r>
            <a:r>
              <a:rPr b="0" i="0">
                <a:solidFill>
                  <a:schemeClr val="dk1"/>
                </a:solidFill>
                <a:latin typeface="Consolas"/>
              </a:rPr>
              <a:t>template</a:t>
            </a:r>
            <a:r>
              <a:rPr b="0" i="0">
                <a:solidFill>
                  <a:schemeClr val="dk1"/>
                </a:solidFill>
                <a:latin typeface="Consolas"/>
              </a:rPr>
              <a:t> </a:t>
            </a:r>
            <a:r>
              <a:rPr b="0" i="0">
                <a:solidFill>
                  <a:schemeClr val="dk1"/>
                </a:solidFill>
                <a:latin typeface="Consolas"/>
              </a:rPr>
              <a:t>can</a:t>
            </a:r>
            <a:r>
              <a:rPr b="0" i="0">
                <a:solidFill>
                  <a:schemeClr val="dk1"/>
                </a:solidFill>
                <a:latin typeface="Consolas"/>
              </a:rPr>
              <a:t> </a:t>
            </a:r>
            <a:r>
              <a:rPr b="0" i="0">
                <a:solidFill>
                  <a:schemeClr val="dk1"/>
                </a:solidFill>
                <a:latin typeface="Consolas"/>
              </a:rPr>
              <a:t>supply</a:t>
            </a:r>
            <a:r>
              <a:rPr b="0" i="0">
                <a:solidFill>
                  <a:schemeClr val="dk1"/>
                </a:solidFill>
                <a:latin typeface="Consolas"/>
              </a:rPr>
              <a:t> </a:t>
            </a:r>
            <a:r>
              <a:rPr b="0" i="0">
                <a:solidFill>
                  <a:schemeClr val="dk1"/>
                </a:solidFill>
                <a:latin typeface="Consolas"/>
              </a:rPr>
              <a:t>the</a:t>
            </a:r>
            <a:r>
              <a:rPr b="0" i="0">
                <a:solidFill>
                  <a:schemeClr val="dk1"/>
                </a:solidFill>
                <a:latin typeface="Consolas"/>
              </a:rPr>
              <a:t> </a:t>
            </a:r>
            <a:r>
              <a:rPr b="0" i="0">
                <a:solidFill>
                  <a:schemeClr val="dk1"/>
                </a:solidFill>
                <a:latin typeface="Consolas"/>
              </a:rPr>
              <a:t>remaining</a:t>
            </a:r>
            <a:r>
              <a:rPr b="0" i="0">
                <a:solidFill>
                  <a:schemeClr val="dk1"/>
                </a:solidFill>
                <a:latin typeface="Consolas"/>
              </a:rPr>
              <a:t> </a:t>
            </a:r>
            <a:r>
              <a:rPr b="0" i="0">
                <a:solidFill>
                  <a:schemeClr val="dk1"/>
                </a:solidFill>
                <a:latin typeface="Consolas"/>
              </a:rPr>
              <a:t>defaults.</a:t>
            </a:r>
            <a:endParaRPr>
              <a:solidFill>
                <a:schemeClr val="dk1"/>
              </a:solidFill>
            </a:endParaRP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pPr>
              <a:defRPr>
                <a:solidFill>
                  <a:schemeClr val="accent6"/>
                </a:solidFill>
              </a:defRPr>
            </a:pPr>
            <a:r>
              <a:rPr>
                <a:solidFill>
                  <a:schemeClr val="accent6"/>
                </a:solidFill>
              </a:rPr>
              <a:t>Deck alternatives: image background</a:t>
            </a:r>
            <a:endParaRPr>
              <a:solidFill>
                <a:schemeClr val="accent6"/>
              </a:solidFill>
            </a:endParaRPr>
          </a:p>
        </p:txBody>
      </p:sp>
      <p:sp>
        <p:nvSpPr>
          <p:cNvPr id="3" name="Content Placeholder 2"/>
          <p:cNvSpPr>
            <a:spLocks noGrp="1"/>
          </p:cNvSpPr>
          <p:nvPr>
            <p:ph idx="1"/>
          </p:nvPr>
        </p:nvSpPr>
        <p:spPr/>
        <p:txBody>
          <a:bodyPr wrap="square">
            <a:normAutofit/>
          </a:bodyPr>
          <a:lstStyle/>
          <a:p>
            <a:pPr marL="0" indent="0">
              <a:buNone/>
              <a:defRPr>
                <a:solidFill>
                  <a:schemeClr val="dk1"/>
                </a:solidFill>
              </a:defRPr>
            </a:pPr>
            <a:r>
              <a:rPr b="0" i="0">
                <a:solidFill>
                  <a:schemeClr val="dk1"/>
                </a:solidFill>
                <a:latin typeface="+mn-lt"/>
                <a:ea typeface="+mn-ea"/>
                <a:cs typeface="+mn-cs"/>
              </a:rPr>
              <a:t>A deck background can also be an image.</a:t>
            </a:r>
            <a:endParaRPr>
              <a:solidFill>
                <a:schemeClr val="dk1"/>
              </a:solidFill>
            </a:endParaRPr>
          </a:p>
          <a:p>
            <a:pPr marL="0" indent="0">
              <a:buNone/>
              <a:defRPr>
                <a:solidFill>
                  <a:schemeClr val="dk1"/>
                </a:solidFill>
              </a:defRPr>
            </a:pPr>
            <a:r>
              <a:rPr b="0" i="0">
                <a:solidFill>
                  <a:schemeClr val="dk1"/>
                </a:solidFill>
                <a:latin typeface="Consolas"/>
              </a:rPr>
              <a:t>&lt;!--</a:t>
            </a:r>
            <a:r>
              <a:rPr b="0" i="0">
                <a:solidFill>
                  <a:schemeClr val="dk1"/>
                </a:solidFill>
                <a:latin typeface="Consolas"/>
              </a:rPr>
              <a:t> </a:t>
            </a:r>
            <a:r>
              <a:rPr b="0" i="0">
                <a:solidFill>
                  <a:schemeClr val="dk1"/>
                </a:solidFill>
                <a:latin typeface="Consolas"/>
              </a:rPr>
              <a:t>markdown-pptx:deck</a:t>
            </a:r>
            <a:br/>
            <a:r>
              <a:rPr b="0" i="0">
                <a:solidFill>
                  <a:schemeClr val="dk1"/>
                </a:solidFill>
                <a:latin typeface="Consolas"/>
              </a:rPr>
              <a:t>background:</a:t>
            </a:r>
            <a:r>
              <a:rPr b="0" i="0">
                <a:solidFill>
                  <a:schemeClr val="dk1"/>
                </a:solidFill>
                <a:latin typeface="Consolas"/>
              </a:rPr>
              <a:t> </a:t>
            </a:r>
            <a:r>
              <a:rPr b="0" i="0">
                <a:solidFill>
                  <a:schemeClr val="dk1"/>
                </a:solidFill>
                <a:latin typeface="Consolas"/>
              </a:rPr>
              <a:t>url('./showcase-local.png')</a:t>
            </a:r>
            <a:br/>
            <a:r>
              <a:rPr b="0" i="0">
                <a:solidFill>
                  <a:schemeClr val="dk1"/>
                </a:solidFill>
                <a:latin typeface="Consolas"/>
              </a:rPr>
              <a:t>--&gt;</a:t>
            </a:r>
            <a:br/>
            <a:br/>
            <a:r>
              <a:rPr b="0" i="0">
                <a:solidFill>
                  <a:schemeClr val="dk1"/>
                </a:solidFill>
                <a:latin typeface="Consolas"/>
              </a:rPr>
              <a:t># Image-backed deck</a:t>
            </a:r>
            <a:br/>
            <a:br/>
            <a:r>
              <a:rPr b="0" i="0">
                <a:solidFill>
                  <a:schemeClr val="dk1"/>
                </a:solidFill>
                <a:latin typeface="Consolas"/>
              </a:rPr>
              <a:t>Text</a:t>
            </a:r>
            <a:r>
              <a:rPr b="0" i="0">
                <a:solidFill>
                  <a:schemeClr val="dk1"/>
                </a:solidFill>
                <a:latin typeface="Consolas"/>
              </a:rPr>
              <a:t> </a:t>
            </a:r>
            <a:r>
              <a:rPr b="0" i="0">
                <a:solidFill>
                  <a:schemeClr val="dk1"/>
                </a:solidFill>
                <a:latin typeface="Consolas"/>
              </a:rPr>
              <a:t>uses</a:t>
            </a:r>
            <a:r>
              <a:rPr b="0" i="0">
                <a:solidFill>
                  <a:schemeClr val="dk1"/>
                </a:solidFill>
                <a:latin typeface="Consolas"/>
              </a:rPr>
              <a:t> </a:t>
            </a:r>
            <a:r>
              <a:rPr b="0" i="0">
                <a:solidFill>
                  <a:schemeClr val="dk1"/>
                </a:solidFill>
                <a:latin typeface="Consolas"/>
              </a:rPr>
              <a:t>the</a:t>
            </a:r>
            <a:r>
              <a:rPr b="0" i="0">
                <a:solidFill>
                  <a:schemeClr val="dk1"/>
                </a:solidFill>
                <a:latin typeface="Consolas"/>
              </a:rPr>
              <a:t> </a:t>
            </a:r>
            <a:r>
              <a:rPr b="0" i="0">
                <a:solidFill>
                  <a:schemeClr val="dk1"/>
                </a:solidFill>
                <a:latin typeface="Consolas"/>
              </a:rPr>
              <a:t>ordinary</a:t>
            </a:r>
            <a:r>
              <a:rPr b="0" i="0">
                <a:solidFill>
                  <a:schemeClr val="dk1"/>
                </a:solidFill>
                <a:latin typeface="Consolas"/>
              </a:rPr>
              <a:t> </a:t>
            </a:r>
            <a:r>
              <a:rPr b="0" i="0">
                <a:solidFill>
                  <a:schemeClr val="dk1"/>
                </a:solidFill>
                <a:latin typeface="Consolas"/>
              </a:rPr>
              <a:t>content</a:t>
            </a:r>
            <a:r>
              <a:rPr b="0" i="0">
                <a:solidFill>
                  <a:schemeClr val="dk1"/>
                </a:solidFill>
                <a:latin typeface="Consolas"/>
              </a:rPr>
              <a:t> </a:t>
            </a:r>
            <a:r>
              <a:rPr b="0" i="0">
                <a:solidFill>
                  <a:schemeClr val="dk1"/>
                </a:solidFill>
                <a:latin typeface="Consolas"/>
              </a:rPr>
              <a:t>layout.</a:t>
            </a:r>
            <a:endParaRPr>
              <a:solidFill>
                <a:schemeClr val="dk1"/>
              </a:solidFill>
            </a:endParaRP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pPr>
              <a:defRPr>
                <a:solidFill>
                  <a:schemeClr val="accent6"/>
                </a:solidFill>
              </a:defRPr>
            </a:pPr>
            <a:r>
              <a:rPr>
                <a:solidFill>
                  <a:schemeClr val="accent6"/>
                </a:solidFill>
              </a:rPr>
              <a:t>Slide media effects on a video</a:t>
            </a:r>
            <a:endParaRPr>
              <a:solidFill>
                <a:schemeClr val="accent6"/>
              </a:solidFill>
            </a:endParaRPr>
          </a:p>
        </p:txBody>
      </p:sp>
      <p:sp>
        <p:nvSpPr>
          <p:cNvPr id="3" name="Content Placeholder 2"/>
          <p:cNvSpPr>
            <a:spLocks noGrp="1"/>
          </p:cNvSpPr>
          <p:nvPr>
            <p:ph idx="1"/>
          </p:nvPr>
        </p:nvSpPr>
        <p:spPr/>
        <p:txBody>
          <a:bodyPr wrap="square">
            <a:normAutofit/>
          </a:bodyPr>
          <a:lstStyle/>
          <a:p>
            <a:pPr marL="0" indent="0">
              <a:buNone/>
              <a:defRPr>
                <a:solidFill>
                  <a:schemeClr val="dk1"/>
                </a:solidFill>
              </a:defRPr>
            </a:pPr>
            <a:r>
              <a:rPr b="0" i="0">
                <a:solidFill>
                  <a:schemeClr val="dk1"/>
                </a:solidFill>
                <a:latin typeface="+mn-lt"/>
                <a:ea typeface="+mn-ea"/>
                <a:cs typeface="+mn-cs"/>
              </a:rPr>
              <a:t>The slide controls the video's border, rounded corners, shadow, and reflection.</a:t>
            </a:r>
            <a:endParaRPr>
              <a:solidFill>
                <a:schemeClr val="dk1"/>
              </a:solidFill>
            </a:endParaRPr>
          </a:p>
          <a:p>
            <a:pPr marL="0" indent="0">
              <a:buNone/>
              <a:defRPr>
                <a:solidFill>
                  <a:schemeClr val="dk1"/>
                </a:solidFill>
              </a:defRPr>
            </a:pPr>
            <a:r>
              <a:rPr b="0" i="0">
                <a:solidFill>
                  <a:schemeClr val="dk1"/>
                </a:solidFill>
                <a:latin typeface="+mn-lt"/>
                <a:ea typeface="+mn-ea"/>
                <a:cs typeface="+mn-cs"/>
              </a:rPr>
              <a:t>It inherits other deck settings.</a:t>
            </a:r>
            <a:endParaRPr>
              <a:solidFill>
                <a:schemeClr val="dk1"/>
              </a:solidFill>
            </a:endParaRPr>
          </a:p>
        </p:txBody>
      </p:sp>
      <p:pic>
        <p:nvPicPr>
          <p:cNvPr id="5" name="MarkdownSlidesVideo">
            <a:hlinkClick r:id="" action="ppaction://media"/>
          </p:cNvPr>
          <p:cNvPicPr>
            <a:picLocks noChangeAspect="1"/>
          </p:cNvPicPr>
          <p:nvPr>
            <p:ph idx="2"/>
            <a:videoFile r:link="rId3"/>
            <p:extLst>
              <p:ext uri="{DAA4B4D4-6D71-4841-9C94-3DE7FCFB9230}">
                <p14:media xmlns:p14="http://schemas.microsoft.com/office/powerpoint/2010/main" r:embed="rId2"/>
              </p:ext>
            </p:extLst>
          </p:nvPr>
        </p:nvPicPr>
        <p:blipFill>
          <a:blip r:embed="rId4"/>
          <a:stretch>
            <a:fillRect/>
          </a:stretch>
        </p:blipFill>
        <p:spPr>
          <a:xfrm>
            <a:off x="6172200" y="1825625"/>
            <a:ext cx="5181600" cy="2912375"/>
          </a:xfrm>
          <a:prstGeom prst="roundRect">
            <a:avLst>
              <a:gd name="adj" fmla="val 6977"/>
            </a:avLst>
          </a:prstGeom>
          <a:ln w="19050">
            <a:solidFill>
              <a:schemeClr val="accent2"/>
            </a:solidFill>
            <a:prstDash val="sysDot"/>
          </a:ln>
          <a:effectLst>
            <a:outerShdw blurRad="50800" dist="45790" dir="7421404" algn="ctr" rotWithShape="0">
              <a:srgbClr val="000000">
                <a:alpha val="25000"/>
              </a:srgbClr>
            </a:outerShdw>
            <a:reflection blurRad="12700" stA="35000" stPos="0" endA="0" endPos="30000" dist="50800" dir="5400000" fadeDir="5400000" sy="-100000" algn="bl" rotWithShape="0"/>
          </a:effectLst>
        </p:spPr>
      </p:pic>
    </p:spTree>
  </p:cSld>
  <p:clrMapOvr>
    <a:masterClrMapping/>
  </p:clrMapOvr>
  <p:timing>
    <p:tnLst>
      <p:par>
        <p:cTn id="1"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 presetClass="mediacall" presetSubtype="0" fill="hold" nodeType="clickEffect">
                                  <p:stCondLst>
                                    <p:cond delay="0"/>
                                  </p:stCondLst>
                                  <p:childTnLst>
                                    <p:cmd type="call" cmd="playFrom(0.0)">
                                      <p:cBhvr>
                                        <p:cTn id="7"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2" fill="hold" display="0">
                  <p:stCondLst>
                    <p:cond delay="indefinite"/>
                  </p:stCondLst>
                </p:cTn>
                <p:tgtEl>
                  <p:spTgt spid="5"/>
                </p:tgtEl>
              </p:cMediaNode>
            </p:video>
          </p:childTnLst>
        </p:cTn>
      </p:par>
    </p:tnLst>
  </p:timing>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pPr>
              <a:defRPr>
                <a:solidFill>
                  <a:schemeClr val="accent6"/>
                </a:solidFill>
              </a:defRPr>
            </a:pPr>
            <a:r>
              <a:rPr>
                <a:solidFill>
                  <a:schemeClr val="accent6"/>
                </a:solidFill>
              </a:rPr>
              <a:t>Slide table flags: plain rows</a:t>
            </a:r>
            <a:endParaRPr>
              <a:solidFill>
                <a:schemeClr val="accent6"/>
              </a:solidFill>
            </a:endParaRPr>
          </a:p>
        </p:txBody>
      </p:sp>
      <p:sp>
        <p:nvSpPr>
          <p:cNvPr id="3" name="Content Placeholder 2"/>
          <p:cNvSpPr>
            <a:spLocks noGrp="1"/>
          </p:cNvSpPr>
          <p:nvPr>
            <p:ph idx="1"/>
          </p:nvPr>
        </p:nvSpPr>
        <p:spPr/>
        <p:txBody>
          <a:bodyPr wrap="square">
            <a:normAutofit/>
          </a:bodyPr>
          <a:lstStyle/>
          <a:p>
            <a:pPr marL="0" indent="0">
              <a:buNone/>
              <a:defRPr>
                <a:solidFill>
                  <a:schemeClr val="dk1"/>
                </a:solidFill>
              </a:defRPr>
            </a:pPr>
            <a:r>
              <a:rPr b="0" i="0">
                <a:solidFill>
                  <a:schemeClr val="dk1"/>
                </a:solidFill>
                <a:latin typeface="+mn-lt"/>
                <a:ea typeface="+mn-ea"/>
                <a:cs typeface="+mn-cs"/>
              </a:rPr>
              <a:t>All six native table-style switches can be disabled. Markdown still supplies a syntactic header. The word Total does not enable total styling.</a:t>
            </a:r>
            <a:endParaRPr>
              <a:solidFill>
                <a:schemeClr val="dk1"/>
              </a:solidFill>
            </a:endParaRPr>
          </a:p>
        </p:txBody>
      </p:sp>
      <p:graphicFrame>
        <p:nvGraphicFramePr>
          <p:cNvPr id="5" name="MarkdownSlidesTable"/>
          <p:cNvGraphicFramePr>
            <a:graphicFrameLocks noGrp="1"/>
          </p:cNvGraphicFramePr>
          <p:nvPr>
            <p:ph idx="2"/>
          </p:nvPr>
        </p:nvGraphicFramePr>
        <p:xfrm>
          <a:off x="6172200" y="1825625"/>
          <a:ext cx="5181600" cy="0"/>
        </p:xfrm>
        <a:graphic>
          <a:graphicData uri="http://schemas.openxmlformats.org/drawingml/2006/table">
            <a:tbl>
              <a:tblPr>
                <a:effectLst>
                  <a:outerShdw blurRad="38100" dist="17960" dir="2700000" algn="ctr" rotWithShape="0">
                    <a:srgbClr val="000000">
                      <a:alpha val="15000"/>
                    </a:srgbClr>
                  </a:outerShdw>
                  <a:reflection blurRad="12700" stA="35000" stPos="0" endA="0" endPos="20000" dist="50800" dir="5400000" fadeDir="5400000" sy="-100000" algn="bl" rotWithShape="0"/>
                </a:effectLst>
                <a:tableStyleId>{B301B821-A1FF-4177-AEE7-76D212191A09}</a:tableStyleId>
              </a:tblPr>
              <a:tblGrid>
                <a:gridCol w="2590800"/>
                <a:gridCol w="2590800"/>
              </a:tblGrid>
              <a:tr h="0">
                <a:tc>
                  <a:txBody>
                    <a:bodyPr wrap="square"/>
                    <a:lstStyle/>
                    <a:p>
                      <a:pPr algn="l"/>
                      <a:r>
                        <a:t>Item</a:t>
                      </a:r>
                    </a:p>
                  </a:txBody>
                  <a:tcPr anchor="ctr">
                    <a:lnL w="12700">
                      <a:solidFill>
                        <a:schemeClr val="accent1"/>
                      </a:solidFill>
                      <a:prstDash val="solid"/>
                    </a:lnL>
                    <a:lnT w="12700">
                      <a:solidFill>
                        <a:schemeClr val="accent1"/>
                      </a:solidFill>
                      <a:prstDash val="solid"/>
                    </a:lnT>
                    <a:solidFill>
                      <a:schemeClr val="lt1"/>
                    </a:solidFill>
                  </a:tcPr>
                </a:tc>
                <a:tc>
                  <a:txBody>
                    <a:bodyPr wrap="square"/>
                    <a:lstStyle/>
                    <a:p>
                      <a:pPr algn="r"/>
                      <a:r>
                        <a:t>Count</a:t>
                      </a:r>
                    </a:p>
                  </a:txBody>
                  <a:tcPr anchor="ctr">
                    <a:lnR w="12700">
                      <a:solidFill>
                        <a:schemeClr val="accent1"/>
                      </a:solidFill>
                      <a:prstDash val="solid"/>
                    </a:lnR>
                    <a:lnT w="12700">
                      <a:solidFill>
                        <a:schemeClr val="accent1"/>
                      </a:solidFill>
                      <a:prstDash val="solid"/>
                    </a:lnT>
                    <a:solidFill>
                      <a:schemeClr val="lt1"/>
                    </a:solidFill>
                  </a:tcPr>
                </a:tc>
              </a:tr>
              <a:tr h="0">
                <a:tc>
                  <a:txBody>
                    <a:bodyPr wrap="square"/>
                    <a:lstStyle/>
                    <a:p>
                      <a:pPr algn="l"/>
                      <a:r>
                        <a:t>Review</a:t>
                      </a:r>
                    </a:p>
                  </a:txBody>
                  <a:tcPr anchor="ctr">
                    <a:lnL w="12700">
                      <a:solidFill>
                        <a:schemeClr val="accent1"/>
                      </a:solidFill>
                      <a:prstDash val="solid"/>
                    </a:lnL>
                    <a:solidFill>
                      <a:schemeClr val="lt1"/>
                    </a:solidFill>
                  </a:tcPr>
                </a:tc>
                <a:tc>
                  <a:txBody>
                    <a:bodyPr wrap="square"/>
                    <a:lstStyle/>
                    <a:p>
                      <a:pPr algn="r"/>
                      <a:r>
                        <a:t>2</a:t>
                      </a:r>
                    </a:p>
                  </a:txBody>
                  <a:tcPr anchor="ctr">
                    <a:lnR w="12700">
                      <a:solidFill>
                        <a:schemeClr val="accent1"/>
                      </a:solidFill>
                      <a:prstDash val="solid"/>
                    </a:lnR>
                    <a:solidFill>
                      <a:schemeClr val="lt1"/>
                    </a:solidFill>
                  </a:tcPr>
                </a:tc>
              </a:tr>
              <a:tr h="0">
                <a:tc>
                  <a:txBody>
                    <a:bodyPr wrap="square"/>
                    <a:lstStyle/>
                    <a:p>
                      <a:pPr algn="l"/>
                      <a:r>
                        <a:t>Total</a:t>
                      </a:r>
                    </a:p>
                  </a:txBody>
                  <a:tcPr anchor="ctr">
                    <a:lnL w="12700">
                      <a:solidFill>
                        <a:schemeClr val="accent1"/>
                      </a:solidFill>
                      <a:prstDash val="solid"/>
                    </a:lnL>
                    <a:lnB w="12700">
                      <a:solidFill>
                        <a:schemeClr val="accent1"/>
                      </a:solidFill>
                      <a:prstDash val="solid"/>
                    </a:lnB>
                    <a:solidFill>
                      <a:schemeClr val="lt1"/>
                    </a:solidFill>
                  </a:tcPr>
                </a:tc>
                <a:tc>
                  <a:txBody>
                    <a:bodyPr wrap="square"/>
                    <a:lstStyle/>
                    <a:p>
                      <a:pPr algn="r"/>
                      <a:r>
                        <a:t>2</a:t>
                      </a:r>
                    </a:p>
                  </a:txBody>
                  <a:tcPr anchor="ctr">
                    <a:lnR w="12700">
                      <a:solidFill>
                        <a:schemeClr val="accent1"/>
                      </a:solidFill>
                      <a:prstDash val="solid"/>
                    </a:lnR>
                    <a:lnB w="12700">
                      <a:solidFill>
                        <a:schemeClr val="accent1"/>
                      </a:solidFill>
                      <a:prstDash val="solid"/>
                    </a:lnB>
                    <a:solidFill>
                      <a:schemeClr val="lt1"/>
                    </a:solidFill>
                  </a:tcPr>
                </a:tc>
              </a:tr>
            </a:tbl>
          </a:graphicData>
        </a:graphic>
      </p:graphicFrame>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pPr>
              <a:defRPr>
                <a:solidFill>
                  <a:schemeClr val="accent6"/>
                </a:solidFill>
              </a:defRPr>
            </a:pPr>
            <a:r>
              <a:rPr>
                <a:solidFill>
                  <a:schemeClr val="accent6"/>
                </a:solidFill>
              </a:rPr>
              <a:t>Native column banding without custom fills</a:t>
            </a:r>
            <a:endParaRPr>
              <a:solidFill>
                <a:schemeClr val="accent6"/>
              </a:solidFill>
            </a:endParaRPr>
          </a:p>
        </p:txBody>
      </p:sp>
      <p:sp>
        <p:nvSpPr>
          <p:cNvPr id="3" name="Content Placeholder 2"/>
          <p:cNvSpPr>
            <a:spLocks noGrp="1"/>
          </p:cNvSpPr>
          <p:nvPr>
            <p:ph idx="1"/>
          </p:nvPr>
        </p:nvSpPr>
        <p:spPr/>
        <p:txBody>
          <a:bodyPr wrap="square">
            <a:normAutofit/>
          </a:bodyPr>
          <a:lstStyle/>
          <a:p>
            <a:pPr marL="0" indent="0">
              <a:buNone/>
              <a:defRPr>
                <a:solidFill>
                  <a:schemeClr val="dk1"/>
                </a:solidFill>
              </a:defRPr>
            </a:pPr>
            <a:r>
              <a:rPr b="0" i="0">
                <a:solidFill>
                  <a:schemeClr val="dk1"/>
                </a:solidFill>
                <a:latin typeface="+mn-lt"/>
                <a:ea typeface="+mn-ea"/>
                <a:cs typeface="+mn-cs"/>
              </a:rPr>
              <a:t>Explicit row fills override native cell shading. This complete source leaves fills unspecified to show native column banding.</a:t>
            </a:r>
            <a:endParaRPr>
              <a:solidFill>
                <a:schemeClr val="dk1"/>
              </a:solidFill>
            </a:endParaRPr>
          </a:p>
        </p:txBody>
      </p:sp>
      <p:sp>
        <p:nvSpPr>
          <p:cNvPr id="4" name="Content Placeholder 3"/>
          <p:cNvSpPr>
            <a:spLocks noGrp="1"/>
          </p:cNvSpPr>
          <p:nvPr>
            <p:ph idx="2"/>
          </p:nvPr>
        </p:nvSpPr>
        <p:spPr/>
        <p:txBody>
          <a:bodyPr wrap="square">
            <a:normAutofit/>
          </a:bodyPr>
          <a:lstStyle/>
          <a:p>
            <a:pPr marL="0" indent="0">
              <a:buNone/>
              <a:defRPr>
                <a:solidFill>
                  <a:schemeClr val="dk1"/>
                </a:solidFill>
              </a:defRPr>
            </a:pPr>
            <a:r>
              <a:rPr b="0" i="0">
                <a:solidFill>
                  <a:schemeClr val="dk1"/>
                </a:solidFill>
                <a:latin typeface="Consolas"/>
              </a:rPr>
              <a:t>&lt;!--</a:t>
            </a:r>
            <a:r>
              <a:rPr b="0" i="0">
                <a:solidFill>
                  <a:schemeClr val="dk1"/>
                </a:solidFill>
                <a:latin typeface="Consolas"/>
              </a:rPr>
              <a:t> </a:t>
            </a:r>
            <a:r>
              <a:rPr b="0" i="0">
                <a:solidFill>
                  <a:schemeClr val="dk1"/>
                </a:solidFill>
                <a:latin typeface="Consolas"/>
              </a:rPr>
              <a:t>markdown-pptx:deck</a:t>
            </a:r>
            <a:br/>
            <a:r>
              <a:rPr b="0" i="0">
                <a:solidFill>
                  <a:schemeClr val="dk1"/>
                </a:solidFill>
                <a:latin typeface="Consolas"/>
              </a:rPr>
              <a:t>table:</a:t>
            </a:r>
            <a:br/>
            <a:r>
              <a:rPr b="0" i="0">
                <a:solidFill>
                  <a:schemeClr val="dk1"/>
                </a:solidFill>
                <a:latin typeface="Consolas"/>
              </a:rPr>
              <a:t> </a:t>
            </a:r>
            <a:r>
              <a:rPr b="0" i="0">
                <a:solidFill>
                  <a:schemeClr val="dk1"/>
                </a:solidFill>
                <a:latin typeface="Consolas"/>
              </a:rPr>
              <a:t> </a:t>
            </a:r>
            <a:r>
              <a:rPr b="0" i="0">
                <a:solidFill>
                  <a:schemeClr val="dk1"/>
                </a:solidFill>
                <a:latin typeface="Consolas"/>
              </a:rPr>
              <a:t>banded_rows:</a:t>
            </a:r>
            <a:r>
              <a:rPr b="0" i="0">
                <a:solidFill>
                  <a:schemeClr val="dk1"/>
                </a:solidFill>
                <a:latin typeface="Consolas"/>
              </a:rPr>
              <a:t> </a:t>
            </a:r>
            <a:r>
              <a:rPr b="0" i="0">
                <a:solidFill>
                  <a:schemeClr val="dk1"/>
                </a:solidFill>
                <a:latin typeface="Consolas"/>
              </a:rPr>
              <a:t>false</a:t>
            </a:r>
            <a:br/>
            <a:r>
              <a:rPr b="0" i="0">
                <a:solidFill>
                  <a:schemeClr val="dk1"/>
                </a:solidFill>
                <a:latin typeface="Consolas"/>
              </a:rPr>
              <a:t> </a:t>
            </a:r>
            <a:r>
              <a:rPr b="0" i="0">
                <a:solidFill>
                  <a:schemeClr val="dk1"/>
                </a:solidFill>
                <a:latin typeface="Consolas"/>
              </a:rPr>
              <a:t> </a:t>
            </a:r>
            <a:r>
              <a:rPr b="0" i="0">
                <a:solidFill>
                  <a:schemeClr val="dk1"/>
                </a:solidFill>
                <a:latin typeface="Consolas"/>
              </a:rPr>
              <a:t>banded_columns:</a:t>
            </a:r>
            <a:r>
              <a:rPr b="0" i="0">
                <a:solidFill>
                  <a:schemeClr val="dk1"/>
                </a:solidFill>
                <a:latin typeface="Consolas"/>
              </a:rPr>
              <a:t> </a:t>
            </a:r>
            <a:r>
              <a:rPr b="0" i="0">
                <a:solidFill>
                  <a:schemeClr val="dk1"/>
                </a:solidFill>
                <a:latin typeface="Consolas"/>
              </a:rPr>
              <a:t>true</a:t>
            </a:r>
            <a:br/>
            <a:r>
              <a:rPr b="0" i="0">
                <a:solidFill>
                  <a:schemeClr val="dk1"/>
                </a:solidFill>
                <a:latin typeface="Consolas"/>
              </a:rPr>
              <a:t>--&gt;</a:t>
            </a:r>
            <a:br/>
            <a:br/>
            <a:r>
              <a:rPr b="0" i="0">
                <a:solidFill>
                  <a:schemeClr val="dk1"/>
                </a:solidFill>
                <a:latin typeface="Consolas"/>
              </a:rPr>
              <a:t># Column bands</a:t>
            </a:r>
            <a:br/>
            <a:br/>
            <a:r>
              <a:rPr b="0" i="0">
                <a:solidFill>
                  <a:schemeClr val="dk1"/>
                </a:solidFill>
                <a:latin typeface="Consolas"/>
              </a:rPr>
              <a:t>|</a:t>
            </a:r>
            <a:r>
              <a:rPr b="0" i="0">
                <a:solidFill>
                  <a:schemeClr val="dk1"/>
                </a:solidFill>
                <a:latin typeface="Consolas"/>
              </a:rPr>
              <a:t> </a:t>
            </a:r>
            <a:r>
              <a:rPr b="0" i="0">
                <a:solidFill>
                  <a:schemeClr val="dk1"/>
                </a:solidFill>
                <a:latin typeface="Consolas"/>
              </a:rPr>
              <a:t>Item</a:t>
            </a:r>
            <a:r>
              <a:rPr b="0" i="0">
                <a:solidFill>
                  <a:schemeClr val="dk1"/>
                </a:solidFill>
                <a:latin typeface="Consolas"/>
              </a:rPr>
              <a:t> </a:t>
            </a:r>
            <a:r>
              <a:rPr b="0" i="0">
                <a:solidFill>
                  <a:schemeClr val="dk1"/>
                </a:solidFill>
                <a:latin typeface="Consolas"/>
              </a:rPr>
              <a:t>|</a:t>
            </a:r>
            <a:r>
              <a:rPr b="0" i="0">
                <a:solidFill>
                  <a:schemeClr val="dk1"/>
                </a:solidFill>
                <a:latin typeface="Consolas"/>
              </a:rPr>
              <a:t> </a:t>
            </a:r>
            <a:r>
              <a:rPr b="0" i="0">
                <a:solidFill>
                  <a:schemeClr val="dk1"/>
                </a:solidFill>
                <a:latin typeface="Consolas"/>
              </a:rPr>
              <a:t>Q1</a:t>
            </a:r>
            <a:r>
              <a:rPr b="0" i="0">
                <a:solidFill>
                  <a:schemeClr val="dk1"/>
                </a:solidFill>
                <a:latin typeface="Consolas"/>
              </a:rPr>
              <a:t> </a:t>
            </a:r>
            <a:r>
              <a:rPr b="0" i="0">
                <a:solidFill>
                  <a:schemeClr val="dk1"/>
                </a:solidFill>
                <a:latin typeface="Consolas"/>
              </a:rPr>
              <a:t>|</a:t>
            </a:r>
            <a:r>
              <a:rPr b="0" i="0">
                <a:solidFill>
                  <a:schemeClr val="dk1"/>
                </a:solidFill>
                <a:latin typeface="Consolas"/>
              </a:rPr>
              <a:t> </a:t>
            </a:r>
            <a:r>
              <a:rPr b="0" i="0">
                <a:solidFill>
                  <a:schemeClr val="dk1"/>
                </a:solidFill>
                <a:latin typeface="Consolas"/>
              </a:rPr>
              <a:t>Q2</a:t>
            </a:r>
            <a:r>
              <a:rPr b="0" i="0">
                <a:solidFill>
                  <a:schemeClr val="dk1"/>
                </a:solidFill>
                <a:latin typeface="Consolas"/>
              </a:rPr>
              <a:t> </a:t>
            </a:r>
            <a:r>
              <a:rPr b="0" i="0">
                <a:solidFill>
                  <a:schemeClr val="dk1"/>
                </a:solidFill>
                <a:latin typeface="Consolas"/>
              </a:rPr>
              <a:t>|</a:t>
            </a:r>
            <a:br/>
            <a:r>
              <a:rPr b="0" i="0">
                <a:solidFill>
                  <a:schemeClr val="dk1"/>
                </a:solidFill>
                <a:latin typeface="Consolas"/>
              </a:rPr>
              <a:t>|</a:t>
            </a:r>
            <a:r>
              <a:rPr b="0" i="0">
                <a:solidFill>
                  <a:schemeClr val="dk1"/>
                </a:solidFill>
                <a:latin typeface="Consolas"/>
              </a:rPr>
              <a:t> </a:t>
            </a:r>
            <a:r>
              <a:rPr b="0" i="0">
                <a:solidFill>
                  <a:schemeClr val="dk1"/>
                </a:solidFill>
                <a:latin typeface="Consolas"/>
              </a:rPr>
              <a:t>---</a:t>
            </a:r>
            <a:r>
              <a:rPr b="0" i="0">
                <a:solidFill>
                  <a:schemeClr val="dk1"/>
                </a:solidFill>
                <a:latin typeface="Consolas"/>
              </a:rPr>
              <a:t> </a:t>
            </a:r>
            <a:r>
              <a:rPr b="0" i="0">
                <a:solidFill>
                  <a:schemeClr val="dk1"/>
                </a:solidFill>
                <a:latin typeface="Consolas"/>
              </a:rPr>
              <a:t>|</a:t>
            </a:r>
            <a:r>
              <a:rPr b="0" i="0">
                <a:solidFill>
                  <a:schemeClr val="dk1"/>
                </a:solidFill>
                <a:latin typeface="Consolas"/>
              </a:rPr>
              <a:t> </a:t>
            </a:r>
            <a:r>
              <a:rPr b="0" i="0">
                <a:solidFill>
                  <a:schemeClr val="dk1"/>
                </a:solidFill>
                <a:latin typeface="Consolas"/>
              </a:rPr>
              <a:t>---:</a:t>
            </a:r>
            <a:r>
              <a:rPr b="0" i="0">
                <a:solidFill>
                  <a:schemeClr val="dk1"/>
                </a:solidFill>
                <a:latin typeface="Consolas"/>
              </a:rPr>
              <a:t> </a:t>
            </a:r>
            <a:r>
              <a:rPr b="0" i="0">
                <a:solidFill>
                  <a:schemeClr val="dk1"/>
                </a:solidFill>
                <a:latin typeface="Consolas"/>
              </a:rPr>
              <a:t>|</a:t>
            </a:r>
            <a:r>
              <a:rPr b="0" i="0">
                <a:solidFill>
                  <a:schemeClr val="dk1"/>
                </a:solidFill>
                <a:latin typeface="Consolas"/>
              </a:rPr>
              <a:t> </a:t>
            </a:r>
            <a:r>
              <a:rPr b="0" i="0">
                <a:solidFill>
                  <a:schemeClr val="dk1"/>
                </a:solidFill>
                <a:latin typeface="Consolas"/>
              </a:rPr>
              <a:t>---:</a:t>
            </a:r>
            <a:r>
              <a:rPr b="0" i="0">
                <a:solidFill>
                  <a:schemeClr val="dk1"/>
                </a:solidFill>
                <a:latin typeface="Consolas"/>
              </a:rPr>
              <a:t> </a:t>
            </a:r>
            <a:r>
              <a:rPr b="0" i="0">
                <a:solidFill>
                  <a:schemeClr val="dk1"/>
                </a:solidFill>
                <a:latin typeface="Consolas"/>
              </a:rPr>
              <a:t>|</a:t>
            </a:r>
            <a:br/>
            <a:r>
              <a:rPr b="0" i="0">
                <a:solidFill>
                  <a:schemeClr val="dk1"/>
                </a:solidFill>
                <a:latin typeface="Consolas"/>
              </a:rPr>
              <a:t>|</a:t>
            </a:r>
            <a:r>
              <a:rPr b="0" i="0">
                <a:solidFill>
                  <a:schemeClr val="dk1"/>
                </a:solidFill>
                <a:latin typeface="Consolas"/>
              </a:rPr>
              <a:t> </a:t>
            </a:r>
            <a:r>
              <a:rPr b="0" i="0">
                <a:solidFill>
                  <a:schemeClr val="dk1"/>
                </a:solidFill>
                <a:latin typeface="Consolas"/>
              </a:rPr>
              <a:t>Design</a:t>
            </a:r>
            <a:r>
              <a:rPr b="0" i="0">
                <a:solidFill>
                  <a:schemeClr val="dk1"/>
                </a:solidFill>
                <a:latin typeface="Consolas"/>
              </a:rPr>
              <a:t> </a:t>
            </a:r>
            <a:r>
              <a:rPr b="0" i="0">
                <a:solidFill>
                  <a:schemeClr val="dk1"/>
                </a:solidFill>
                <a:latin typeface="Consolas"/>
              </a:rPr>
              <a:t>|</a:t>
            </a:r>
            <a:r>
              <a:rPr b="0" i="0">
                <a:solidFill>
                  <a:schemeClr val="dk1"/>
                </a:solidFill>
                <a:latin typeface="Consolas"/>
              </a:rPr>
              <a:t> </a:t>
            </a:r>
            <a:r>
              <a:rPr b="0" i="0">
                <a:solidFill>
                  <a:schemeClr val="dk1"/>
                </a:solidFill>
                <a:latin typeface="Consolas"/>
              </a:rPr>
              <a:t>2</a:t>
            </a:r>
            <a:r>
              <a:rPr b="0" i="0">
                <a:solidFill>
                  <a:schemeClr val="dk1"/>
                </a:solidFill>
                <a:latin typeface="Consolas"/>
              </a:rPr>
              <a:t> </a:t>
            </a:r>
            <a:r>
              <a:rPr b="0" i="0">
                <a:solidFill>
                  <a:schemeClr val="dk1"/>
                </a:solidFill>
                <a:latin typeface="Consolas"/>
              </a:rPr>
              <a:t>|</a:t>
            </a:r>
            <a:r>
              <a:rPr b="0" i="0">
                <a:solidFill>
                  <a:schemeClr val="dk1"/>
                </a:solidFill>
                <a:latin typeface="Consolas"/>
              </a:rPr>
              <a:t> </a:t>
            </a:r>
            <a:r>
              <a:rPr b="0" i="0">
                <a:solidFill>
                  <a:schemeClr val="dk1"/>
                </a:solidFill>
                <a:latin typeface="Consolas"/>
              </a:rPr>
              <a:t>3</a:t>
            </a:r>
            <a:r>
              <a:rPr b="0" i="0">
                <a:solidFill>
                  <a:schemeClr val="dk1"/>
                </a:solidFill>
                <a:latin typeface="Consolas"/>
              </a:rPr>
              <a:t> </a:t>
            </a:r>
            <a:r>
              <a:rPr b="0" i="0">
                <a:solidFill>
                  <a:schemeClr val="dk1"/>
                </a:solidFill>
                <a:latin typeface="Consolas"/>
              </a:rPr>
              <a:t>|</a:t>
            </a:r>
            <a:br/>
            <a:r>
              <a:rPr b="0" i="0">
                <a:solidFill>
                  <a:schemeClr val="dk1"/>
                </a:solidFill>
                <a:latin typeface="Consolas"/>
              </a:rPr>
              <a:t>|</a:t>
            </a:r>
            <a:r>
              <a:rPr b="0" i="0">
                <a:solidFill>
                  <a:schemeClr val="dk1"/>
                </a:solidFill>
                <a:latin typeface="Consolas"/>
              </a:rPr>
              <a:t> </a:t>
            </a:r>
            <a:r>
              <a:rPr b="0" i="0">
                <a:solidFill>
                  <a:schemeClr val="dk1"/>
                </a:solidFill>
                <a:latin typeface="Consolas"/>
              </a:rPr>
              <a:t>Review</a:t>
            </a:r>
            <a:r>
              <a:rPr b="0" i="0">
                <a:solidFill>
                  <a:schemeClr val="dk1"/>
                </a:solidFill>
                <a:latin typeface="Consolas"/>
              </a:rPr>
              <a:t> </a:t>
            </a:r>
            <a:r>
              <a:rPr b="0" i="0">
                <a:solidFill>
                  <a:schemeClr val="dk1"/>
                </a:solidFill>
                <a:latin typeface="Consolas"/>
              </a:rPr>
              <a:t>|</a:t>
            </a:r>
            <a:r>
              <a:rPr b="0" i="0">
                <a:solidFill>
                  <a:schemeClr val="dk1"/>
                </a:solidFill>
                <a:latin typeface="Consolas"/>
              </a:rPr>
              <a:t> </a:t>
            </a:r>
            <a:r>
              <a:rPr b="0" i="0">
                <a:solidFill>
                  <a:schemeClr val="dk1"/>
                </a:solidFill>
                <a:latin typeface="Consolas"/>
              </a:rPr>
              <a:t>1</a:t>
            </a:r>
            <a:r>
              <a:rPr b="0" i="0">
                <a:solidFill>
                  <a:schemeClr val="dk1"/>
                </a:solidFill>
                <a:latin typeface="Consolas"/>
              </a:rPr>
              <a:t> </a:t>
            </a:r>
            <a:r>
              <a:rPr b="0" i="0">
                <a:solidFill>
                  <a:schemeClr val="dk1"/>
                </a:solidFill>
                <a:latin typeface="Consolas"/>
              </a:rPr>
              <a:t>|</a:t>
            </a:r>
            <a:r>
              <a:rPr b="0" i="0">
                <a:solidFill>
                  <a:schemeClr val="dk1"/>
                </a:solidFill>
                <a:latin typeface="Consolas"/>
              </a:rPr>
              <a:t> </a:t>
            </a:r>
            <a:r>
              <a:rPr b="0" i="0">
                <a:solidFill>
                  <a:schemeClr val="dk1"/>
                </a:solidFill>
                <a:latin typeface="Consolas"/>
              </a:rPr>
              <a:t>2</a:t>
            </a:r>
            <a:r>
              <a:rPr b="0" i="0">
                <a:solidFill>
                  <a:schemeClr val="dk1"/>
                </a:solidFill>
                <a:latin typeface="Consolas"/>
              </a:rPr>
              <a:t> </a:t>
            </a:r>
            <a:r>
              <a:rPr b="0" i="0">
                <a:solidFill>
                  <a:schemeClr val="dk1"/>
                </a:solidFill>
                <a:latin typeface="Consolas"/>
              </a:rPr>
              <a:t>|</a:t>
            </a:r>
            <a:endParaRPr>
              <a:solidFill>
                <a:schemeClr val="dk1"/>
              </a:solidFill>
            </a:endParaRP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pPr>
              <a:defRPr>
                <a:solidFill>
                  <a:schemeClr val="accent6"/>
                </a:solidFill>
              </a:defRPr>
            </a:pPr>
            <a:r>
              <a:rPr>
                <a:solidFill>
                  <a:schemeClr val="accent6"/>
                </a:solidFill>
              </a:rPr>
              <a:t>Slide header fill override</a:t>
            </a:r>
            <a:endParaRPr>
              <a:solidFill>
                <a:schemeClr val="accent6"/>
              </a:solidFill>
            </a:endParaRPr>
          </a:p>
        </p:txBody>
      </p:sp>
      <p:sp>
        <p:nvSpPr>
          <p:cNvPr id="3" name="Content Placeholder 2"/>
          <p:cNvSpPr>
            <a:spLocks noGrp="1"/>
          </p:cNvSpPr>
          <p:nvPr>
            <p:ph idx="1"/>
          </p:nvPr>
        </p:nvSpPr>
        <p:spPr/>
        <p:txBody>
          <a:bodyPr wrap="square">
            <a:normAutofit/>
          </a:bodyPr>
          <a:lstStyle/>
          <a:p>
            <a:pPr marL="0" indent="0">
              <a:buNone/>
              <a:defRPr>
                <a:solidFill>
                  <a:schemeClr val="dk1"/>
                </a:solidFill>
              </a:defRPr>
            </a:pPr>
            <a:r>
              <a:rPr b="0" i="0">
                <a:solidFill>
                  <a:schemeClr val="dk1"/>
                </a:solidFill>
                <a:latin typeface="+mn-lt"/>
                <a:ea typeface="+mn-ea"/>
                <a:cs typeface="+mn-cs"/>
              </a:rPr>
              <a:t>A slide can override the header color while inheriting both body fills.</a:t>
            </a:r>
            <a:endParaRPr>
              <a:solidFill>
                <a:schemeClr val="dk1"/>
              </a:solidFill>
            </a:endParaRPr>
          </a:p>
        </p:txBody>
      </p:sp>
      <p:graphicFrame>
        <p:nvGraphicFramePr>
          <p:cNvPr id="5" name="MarkdownSlidesTable"/>
          <p:cNvGraphicFramePr>
            <a:graphicFrameLocks noGrp="1"/>
          </p:cNvGraphicFramePr>
          <p:nvPr>
            <p:ph idx="2"/>
          </p:nvPr>
        </p:nvGraphicFramePr>
        <p:xfrm>
          <a:off x="6172200" y="1825625"/>
          <a:ext cx="5181600" cy="0"/>
        </p:xfrm>
        <a:graphic>
          <a:graphicData uri="http://schemas.openxmlformats.org/drawingml/2006/table">
            <a:tbl>
              <a:tblPr firstRow="1" bandRow="1">
                <a:effectLst>
                  <a:outerShdw blurRad="38100" dist="17960" dir="2700000" algn="ctr" rotWithShape="0">
                    <a:srgbClr val="000000">
                      <a:alpha val="15000"/>
                    </a:srgbClr>
                  </a:outerShdw>
                  <a:reflection blurRad="12700" stA="35000" stPos="0" endA="0" endPos="20000" dist="50800" dir="5400000" fadeDir="5400000" sy="-100000" algn="bl" rotWithShape="0"/>
                </a:effectLst>
                <a:tableStyleId>{B301B821-A1FF-4177-AEE7-76D212191A09}</a:tableStyleId>
              </a:tblPr>
              <a:tblGrid>
                <a:gridCol w="2590800"/>
                <a:gridCol w="2590800"/>
              </a:tblGrid>
              <a:tr h="0">
                <a:tc>
                  <a:txBody>
                    <a:bodyPr wrap="square"/>
                    <a:lstStyle/>
                    <a:p>
                      <a:pPr algn="l"/>
                      <a:r>
                        <a:t>Item</a:t>
                      </a:r>
                    </a:p>
                  </a:txBody>
                  <a:tcPr anchor="ctr">
                    <a:lnL w="12700">
                      <a:solidFill>
                        <a:schemeClr val="accent1"/>
                      </a:solidFill>
                      <a:prstDash val="solid"/>
                    </a:lnL>
                    <a:lnT w="12700">
                      <a:solidFill>
                        <a:schemeClr val="accent1"/>
                      </a:solidFill>
                      <a:prstDash val="solid"/>
                    </a:lnT>
                    <a:solidFill>
                      <a:srgbClr val="112233"/>
                    </a:solidFill>
                  </a:tcPr>
                </a:tc>
                <a:tc>
                  <a:txBody>
                    <a:bodyPr wrap="square"/>
                    <a:lstStyle/>
                    <a:p>
                      <a:pPr algn="r"/>
                      <a:r>
                        <a:t>Count</a:t>
                      </a:r>
                    </a:p>
                  </a:txBody>
                  <a:tcPr anchor="ctr">
                    <a:lnR w="12700">
                      <a:solidFill>
                        <a:schemeClr val="accent1"/>
                      </a:solidFill>
                      <a:prstDash val="solid"/>
                    </a:lnR>
                    <a:lnT w="12700">
                      <a:solidFill>
                        <a:schemeClr val="accent1"/>
                      </a:solidFill>
                      <a:prstDash val="solid"/>
                    </a:lnT>
                    <a:solidFill>
                      <a:srgbClr val="112233"/>
                    </a:solidFill>
                  </a:tcPr>
                </a:tc>
              </a:tr>
              <a:tr h="0">
                <a:tc>
                  <a:txBody>
                    <a:bodyPr wrap="square"/>
                    <a:lstStyle/>
                    <a:p>
                      <a:pPr algn="l"/>
                      <a:r>
                        <a:t>Design</a:t>
                      </a:r>
                    </a:p>
                  </a:txBody>
                  <a:tcPr anchor="ctr">
                    <a:lnL w="12700">
                      <a:solidFill>
                        <a:schemeClr val="accent1"/>
                      </a:solidFill>
                      <a:prstDash val="solid"/>
                    </a:lnL>
                    <a:solidFill>
                      <a:schemeClr val="lt2"/>
                    </a:solidFill>
                  </a:tcPr>
                </a:tc>
                <a:tc>
                  <a:txBody>
                    <a:bodyPr wrap="square"/>
                    <a:lstStyle/>
                    <a:p>
                      <a:pPr algn="r"/>
                      <a:r>
                        <a:t>3</a:t>
                      </a:r>
                    </a:p>
                  </a:txBody>
                  <a:tcPr anchor="ctr">
                    <a:lnR w="12700">
                      <a:solidFill>
                        <a:schemeClr val="accent1"/>
                      </a:solidFill>
                      <a:prstDash val="solid"/>
                    </a:lnR>
                    <a:solidFill>
                      <a:schemeClr val="lt2"/>
                    </a:solidFill>
                  </a:tcPr>
                </a:tc>
              </a:tr>
              <a:tr h="0">
                <a:tc>
                  <a:txBody>
                    <a:bodyPr wrap="square"/>
                    <a:lstStyle/>
                    <a:p>
                      <a:pPr algn="l"/>
                      <a:r>
                        <a:t>Review</a:t>
                      </a:r>
                    </a:p>
                  </a:txBody>
                  <a:tcPr anchor="ctr">
                    <a:lnL w="12700">
                      <a:solidFill>
                        <a:schemeClr val="accent1"/>
                      </a:solidFill>
                      <a:prstDash val="solid"/>
                    </a:lnL>
                    <a:lnB w="12700">
                      <a:solidFill>
                        <a:schemeClr val="accent1"/>
                      </a:solidFill>
                      <a:prstDash val="solid"/>
                    </a:lnB>
                    <a:solidFill>
                      <a:schemeClr val="lt1"/>
                    </a:solidFill>
                  </a:tcPr>
                </a:tc>
                <a:tc>
                  <a:txBody>
                    <a:bodyPr wrap="square"/>
                    <a:lstStyle/>
                    <a:p>
                      <a:pPr algn="r"/>
                      <a:r>
                        <a:t>2</a:t>
                      </a:r>
                    </a:p>
                  </a:txBody>
                  <a:tcPr anchor="ctr">
                    <a:lnR w="12700">
                      <a:solidFill>
                        <a:schemeClr val="accent1"/>
                      </a:solidFill>
                      <a:prstDash val="solid"/>
                    </a:lnR>
                    <a:lnB w="12700">
                      <a:solidFill>
                        <a:schemeClr val="accent1"/>
                      </a:solidFill>
                      <a:prstDash val="solid"/>
                    </a:lnB>
                    <a:solidFill>
                      <a:schemeClr val="lt1"/>
                    </a:solidFill>
                  </a:tcPr>
                </a:tc>
              </a:tr>
            </a:tbl>
          </a:graphicData>
        </a:graphic>
      </p:graphicFrame>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noFill/>
        <a:effectLst/>
      </p:bgPr>
    </p:bg>
    <p:spTree>
      <p:nvGrpSpPr>
        <p:cNvPr id="1" name=""/>
        <p:cNvGrpSpPr/>
        <p:nvPr/>
      </p:nvGrpSpPr>
      <p:grpSpPr/>
      <p:sp>
        <p:nvSpPr>
          <p:cNvPr id="2" name="Title 1"/>
          <p:cNvSpPr>
            <a:spLocks noGrp="1"/>
          </p:cNvSpPr>
          <p:nvPr>
            <p:ph type="title"/>
          </p:nvPr>
        </p:nvSpPr>
        <p:spPr/>
        <p:txBody>
          <a:bodyPr>
            <a:normAutofit/>
          </a:bodyPr>
          <a:lstStyle/>
          <a:p>
            <a:pPr>
              <a:defRPr>
                <a:solidFill>
                  <a:schemeClr val="accent6"/>
                </a:solidFill>
              </a:defRPr>
            </a:pPr>
            <a:r>
              <a:rPr>
                <a:solidFill>
                  <a:schemeClr val="accent6"/>
                </a:solidFill>
              </a:rPr>
              <a:t>Master graphics remain visible</a:t>
            </a:r>
            <a:endParaRPr>
              <a:solidFill>
                <a:schemeClr val="accent6"/>
              </a:solidFill>
            </a:endParaRPr>
          </a:p>
        </p:txBody>
      </p:sp>
      <p:sp>
        <p:nvSpPr>
          <p:cNvPr id="3" name="Content Placeholder 2"/>
          <p:cNvSpPr>
            <a:spLocks noGrp="1"/>
          </p:cNvSpPr>
          <p:nvPr>
            <p:ph idx="1"/>
          </p:nvPr>
        </p:nvSpPr>
        <p:spPr/>
        <p:txBody>
          <a:bodyPr wrap="square">
            <a:normAutofit/>
          </a:bodyPr>
          <a:lstStyle/>
          <a:p>
            <a:pPr marL="0" indent="0">
              <a:buNone/>
              <a:defRPr>
                <a:solidFill>
                  <a:schemeClr val="dk1"/>
                </a:solidFill>
              </a:defRPr>
            </a:pPr>
            <a:r>
              <a:rPr b="0" i="0">
                <a:solidFill>
                  <a:schemeClr val="dk1"/>
                </a:solidFill>
                <a:latin typeface="+mn-lt"/>
                <a:ea typeface="+mn-ea"/>
                <a:cs typeface="+mn-cs"/>
              </a:rPr>
              <a:t>This slide keeps the alternate master's graphics visible. The transparent background and master selection remain independent.</a:t>
            </a:r>
            <a:endParaRPr>
              <a:solidFill>
                <a:schemeClr val="dk1"/>
              </a:solidFill>
            </a:endParaRPr>
          </a:p>
          <a:p>
            <a:pPr marL="0" indent="0">
              <a:buNone/>
              <a:defRPr>
                <a:solidFill>
                  <a:schemeClr val="dk1"/>
                </a:solidFill>
              </a:defRPr>
            </a:pPr>
            <a:r>
              <a:rPr b="0" i="0">
                <a:solidFill>
                  <a:schemeClr val="dk1"/>
                </a:solidFill>
                <a:latin typeface="+mn-lt"/>
                <a:ea typeface="+mn-ea"/>
                <a:cs typeface="+mn-cs"/>
              </a:rPr>
              <a:t>The companion slide hides those graphics.</a:t>
            </a:r>
            <a:endParaRPr>
              <a:solidFill>
                <a:schemeClr val="dk1"/>
              </a:solidFill>
            </a:endParaRP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pPr>
              <a:defRPr>
                <a:solidFill>
                  <a:schemeClr val="accent6"/>
                </a:solidFill>
              </a:defRPr>
            </a:pPr>
            <a:r>
              <a:rPr>
                <a:solidFill>
                  <a:schemeClr val="accent6"/>
                </a:solidFill>
              </a:rPr>
              <a:t>Visible slide setting</a:t>
            </a:r>
            <a:endParaRPr>
              <a:solidFill>
                <a:schemeClr val="accent6"/>
              </a:solidFill>
            </a:endParaRPr>
          </a:p>
        </p:txBody>
      </p:sp>
      <p:sp>
        <p:nvSpPr>
          <p:cNvPr id="3" name="Content Placeholder 2"/>
          <p:cNvSpPr>
            <a:spLocks noGrp="1"/>
          </p:cNvSpPr>
          <p:nvPr>
            <p:ph idx="1"/>
          </p:nvPr>
        </p:nvSpPr>
        <p:spPr/>
        <p:txBody>
          <a:bodyPr wrap="square">
            <a:normAutofit/>
          </a:bodyPr>
          <a:lstStyle/>
          <a:p>
            <a:pPr marL="0" indent="0">
              <a:buNone/>
              <a:defRPr>
                <a:solidFill>
                  <a:schemeClr val="dk1"/>
                </a:solidFill>
              </a:defRPr>
            </a:pPr>
            <a:r>
              <a:rPr b="0" i="0">
                <a:solidFill>
                  <a:schemeClr val="dk1"/>
                </a:solidFill>
                <a:latin typeface="+mn-lt"/>
                <a:ea typeface="+mn-ea"/>
                <a:cs typeface="+mn-cs"/>
              </a:rPr>
              <a:t>Visibility defaults to true. An explicit false hidden setting keeps ordinary navigation enabled.</a:t>
            </a:r>
            <a:endParaRPr>
              <a:solidFill>
                <a:schemeClr val="dk1"/>
              </a:solidFill>
            </a:endParaRP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pPr>
              <a:defRPr>
                <a:solidFill>
                  <a:schemeClr val="accent6"/>
                </a:solidFill>
              </a:defRPr>
            </a:pPr>
            <a:r>
              <a:rPr>
                <a:solidFill>
                  <a:schemeClr val="accent6"/>
                </a:solidFill>
              </a:rPr>
              <a:t>Slide notes and media sources</a:t>
            </a:r>
            <a:endParaRPr>
              <a:solidFill>
                <a:schemeClr val="accent6"/>
              </a:solidFill>
            </a:endParaRPr>
          </a:p>
        </p:txBody>
      </p:sp>
      <p:sp>
        <p:nvSpPr>
          <p:cNvPr id="3" name="Content Placeholder 2"/>
          <p:cNvSpPr>
            <a:spLocks noGrp="1"/>
          </p:cNvSpPr>
          <p:nvPr>
            <p:ph idx="1"/>
          </p:nvPr>
        </p:nvSpPr>
        <p:spPr/>
        <p:txBody>
          <a:bodyPr wrap="square">
            <a:normAutofit/>
          </a:bodyPr>
          <a:lstStyle/>
          <a:p>
            <a:pPr marL="0" indent="0">
              <a:buNone/>
              <a:defRPr>
                <a:solidFill>
                  <a:schemeClr val="dk1"/>
                </a:solidFill>
              </a:defRPr>
            </a:pPr>
            <a:r>
              <a:rPr b="0" i="0">
                <a:solidFill>
                  <a:schemeClr val="dk1"/>
                </a:solidFill>
                <a:latin typeface="+mn-lt"/>
                <a:ea typeface="+mn-ea"/>
                <a:cs typeface="+mn-cs"/>
              </a:rPr>
              <a:t>Speaker notes stay editable in PowerPoint. They can record sources, licensing, and presentation guidance.</a:t>
            </a:r>
            <a:endParaRPr>
              <a:solidFill>
                <a:schemeClr val="dk1"/>
              </a:solidFill>
            </a:endParaRPr>
          </a:p>
          <a:p>
            <a:pPr marL="0" indent="0">
              <a:buNone/>
              <a:defRPr>
                <a:solidFill>
                  <a:schemeClr val="dk1"/>
                </a:solidFill>
              </a:defRPr>
            </a:pPr>
            <a:r>
              <a:rPr b="0" i="0">
                <a:solidFill>
                  <a:schemeClr val="dk1"/>
                </a:solidFill>
                <a:latin typeface="+mn-lt"/>
                <a:ea typeface="+mn-ea"/>
                <a:cs typeface="+mn-cs"/>
              </a:rPr>
              <a:t>This note retains the original media credits and syntax guidance.</a:t>
            </a:r>
            <a:endParaRPr>
              <a:solidFill>
                <a:schemeClr val="dk1"/>
              </a:solidFill>
            </a:endParaRP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pPr>
              <a:defRPr>
                <a:solidFill>
                  <a:schemeClr val="accent6"/>
                </a:solidFill>
              </a:defRPr>
            </a:pPr>
            <a:r>
              <a:rPr>
                <a:solidFill>
                  <a:schemeClr val="accent6"/>
                </a:solidFill>
              </a:rPr>
              <a:t>Explicit Two Content layout</a:t>
            </a:r>
            <a:endParaRPr>
              <a:solidFill>
                <a:schemeClr val="accent6"/>
              </a:solidFill>
            </a:endParaRPr>
          </a:p>
        </p:txBody>
      </p:sp>
      <p:sp>
        <p:nvSpPr>
          <p:cNvPr id="3" name="Content Placeholder 2"/>
          <p:cNvSpPr>
            <a:spLocks noGrp="1"/>
          </p:cNvSpPr>
          <p:nvPr>
            <p:ph idx="1"/>
          </p:nvPr>
        </p:nvSpPr>
        <p:spPr/>
        <p:txBody>
          <a:bodyPr wrap="square">
            <a:normAutofit/>
          </a:bodyPr>
          <a:lstStyle/>
          <a:p>
            <a:pPr marL="0" indent="0">
              <a:buNone/>
              <a:defRPr>
                <a:solidFill>
                  <a:schemeClr val="dk1"/>
                </a:solidFill>
              </a:defRPr>
            </a:pPr>
            <a:r>
              <a:rPr b="0" i="0">
                <a:solidFill>
                  <a:schemeClr val="dk1"/>
                </a:solidFill>
                <a:latin typeface="+mn-lt"/>
                <a:ea typeface="+mn-ea"/>
                <a:cs typeface="+mn-cs"/>
              </a:rPr>
              <a:t>An explicit Two Content layout still requires exactly one separator.</a:t>
            </a:r>
            <a:endParaRPr>
              <a:solidFill>
                <a:schemeClr val="dk1"/>
              </a:solidFill>
            </a:endParaRPr>
          </a:p>
        </p:txBody>
      </p:sp>
      <p:sp>
        <p:nvSpPr>
          <p:cNvPr id="4" name="Content Placeholder 3"/>
          <p:cNvSpPr>
            <a:spLocks noGrp="1"/>
          </p:cNvSpPr>
          <p:nvPr>
            <p:ph idx="2"/>
          </p:nvPr>
        </p:nvSpPr>
        <p:spPr/>
        <p:txBody>
          <a:bodyPr wrap="square">
            <a:normAutofit/>
          </a:bodyPr>
          <a:lstStyle/>
          <a:p>
            <a:pPr marL="0" indent="0">
              <a:buNone/>
              <a:defRPr>
                <a:solidFill>
                  <a:schemeClr val="dk1"/>
                </a:solidFill>
              </a:defRPr>
            </a:pPr>
            <a:r>
              <a:rPr b="0" i="0">
                <a:solidFill>
                  <a:schemeClr val="dk1"/>
                </a:solidFill>
                <a:latin typeface="+mn-lt"/>
                <a:ea typeface="+mn-ea"/>
                <a:cs typeface="+mn-cs"/>
              </a:rPr>
              <a:t>The source can name the layout when demonstrating an explicit override.</a:t>
            </a:r>
            <a:endParaRPr>
              <a:solidFill>
                <a:schemeClr val="dk1"/>
              </a:solidFill>
            </a:endParaRP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pPr>
              <a:defRPr>
                <a:solidFill>
                  <a:schemeClr val="accent6"/>
                </a:solidFill>
              </a:defRPr>
            </a:pPr>
            <a:r>
              <a:rPr>
                <a:solidFill>
                  <a:schemeClr val="accent6"/>
                </a:solidFill>
              </a:rPr>
              <a:t>Slide image placement</a:t>
            </a:r>
            <a:endParaRPr>
              <a:solidFill>
                <a:schemeClr val="accent6"/>
              </a:solidFill>
            </a:endParaRPr>
          </a:p>
        </p:txBody>
      </p:sp>
      <p:sp>
        <p:nvSpPr>
          <p:cNvPr id="3" name="Content Placeholder 2"/>
          <p:cNvSpPr>
            <a:spLocks noGrp="1"/>
          </p:cNvSpPr>
          <p:nvPr>
            <p:ph idx="1"/>
          </p:nvPr>
        </p:nvSpPr>
        <p:spPr/>
        <p:txBody>
          <a:bodyPr wrap="square">
            <a:normAutofit/>
          </a:bodyPr>
          <a:lstStyle/>
          <a:p>
            <a:pPr marL="0" indent="0">
              <a:buNone/>
              <a:defRPr>
                <a:solidFill>
                  <a:schemeClr val="dk1"/>
                </a:solidFill>
              </a:defRPr>
            </a:pPr>
            <a:r>
              <a:rPr b="0" i="0">
                <a:solidFill>
                  <a:schemeClr val="dk1"/>
                </a:solidFill>
                <a:latin typeface="+mn-lt"/>
                <a:ea typeface="+mn-ea"/>
                <a:cs typeface="+mn-cs"/>
              </a:rPr>
              <a:t>The slide overrides the deck placement for images and videos.</a:t>
            </a:r>
            <a:endParaRPr>
              <a:solidFill>
                <a:schemeClr val="dk1"/>
              </a:solidFill>
            </a:endParaRPr>
          </a:p>
          <a:p>
            <a:pPr marL="0" indent="0">
              <a:buNone/>
              <a:defRPr>
                <a:solidFill>
                  <a:schemeClr val="dk1"/>
                </a:solidFill>
              </a:defRPr>
            </a:pPr>
            <a:r>
              <a:rPr b="0" i="0">
                <a:solidFill>
                  <a:schemeClr val="dk1"/>
                </a:solidFill>
                <a:latin typeface="+mn-lt"/>
                <a:ea typeface="+mn-ea"/>
                <a:cs typeface="+mn-cs"/>
              </a:rPr>
              <a:t>This image uses half of its own content box, aligned left and vertically centered.</a:t>
            </a:r>
            <a:endParaRPr>
              <a:solidFill>
                <a:schemeClr val="dk1"/>
              </a:solidFill>
            </a:endParaRPr>
          </a:p>
        </p:txBody>
      </p:sp>
      <p:pic>
        <p:nvPicPr>
          <p:cNvPr id="5" name="MarkdownSlidesImage" descr="Slide-level image placement"/>
          <p:cNvPicPr>
            <a:picLocks noChangeAspect="1"/>
          </p:cNvPicPr>
          <p:nvPr>
            <p:ph idx="2"/>
          </p:nvPr>
        </p:nvPicPr>
        <p:blipFill>
          <a:blip r:embed="rId2"/>
          <a:stretch>
            <a:fillRect/>
          </a:stretch>
        </p:blipFill>
        <p:spPr>
          <a:xfrm>
            <a:off x="6172200" y="3272631"/>
            <a:ext cx="2590800" cy="1457325"/>
          </a:xfrm>
          <a:prstGeom prst="roundRect">
            <a:avLst>
              <a:gd name="adj" fmla="val 10458"/>
            </a:avLst>
          </a:prstGeom>
          <a:ln w="12700">
            <a:solidFill>
              <a:schemeClr val="accent1"/>
            </a:solidFill>
            <a:prstDash val="solid"/>
          </a:ln>
          <a:effectLst>
            <a:outerShdw blurRad="76200" dist="35921" dir="2700000" algn="ctr" rotWithShape="0">
              <a:srgbClr val="000000">
                <a:alpha val="25000"/>
              </a:srgbClr>
            </a:outerShdw>
            <a:reflection blurRad="12700" stA="35000" stPos="0" endA="0" endPos="20000" dist="50800" dir="5400000" fadeDir="5400000" sy="-100000" algn="bl" rotWithShape="0"/>
          </a:effectLst>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pPr>
              <a:defRPr>
                <a:solidFill>
                  <a:schemeClr val="accent6"/>
                </a:solidFill>
              </a:defRPr>
            </a:pPr>
            <a:r>
              <a:rPr>
                <a:solidFill>
                  <a:schemeClr val="accent6"/>
                </a:solidFill>
              </a:rPr>
              <a:t>Slide video placement</a:t>
            </a:r>
            <a:endParaRPr>
              <a:solidFill>
                <a:schemeClr val="accent6"/>
              </a:solidFill>
            </a:endParaRPr>
          </a:p>
        </p:txBody>
      </p:sp>
      <p:sp>
        <p:nvSpPr>
          <p:cNvPr id="3" name="Content Placeholder 2"/>
          <p:cNvSpPr>
            <a:spLocks noGrp="1"/>
          </p:cNvSpPr>
          <p:nvPr>
            <p:ph idx="1"/>
          </p:nvPr>
        </p:nvSpPr>
        <p:spPr/>
        <p:txBody>
          <a:bodyPr wrap="square">
            <a:normAutofit/>
          </a:bodyPr>
          <a:lstStyle/>
          <a:p>
            <a:pPr marL="0" indent="0">
              <a:buNone/>
              <a:defRPr>
                <a:solidFill>
                  <a:schemeClr val="dk1"/>
                </a:solidFill>
              </a:defRPr>
            </a:pPr>
            <a:r>
              <a:rPr b="0" i="0">
                <a:solidFill>
                  <a:schemeClr val="dk1"/>
                </a:solidFill>
                <a:latin typeface="+mn-lt"/>
                <a:ea typeface="+mn-ea"/>
                <a:cs typeface="+mn-cs"/>
              </a:rPr>
              <a:t>The same slide settings apply to a video frame.</a:t>
            </a:r>
            <a:endParaRPr>
              <a:solidFill>
                <a:schemeClr val="dk1"/>
              </a:solidFill>
            </a:endParaRPr>
          </a:p>
          <a:p>
            <a:pPr marL="0" indent="0">
              <a:buNone/>
              <a:defRPr>
                <a:solidFill>
                  <a:schemeClr val="dk1"/>
                </a:solidFill>
              </a:defRPr>
            </a:pPr>
            <a:r>
              <a:rPr b="0" i="0">
                <a:solidFill>
                  <a:schemeClr val="dk1"/>
                </a:solidFill>
                <a:latin typeface="+mn-lt"/>
                <a:ea typeface="+mn-ea"/>
                <a:cs typeface="+mn-cs"/>
              </a:rPr>
              <a:t>Its reflection can extend below the content area without reducing the video's size.</a:t>
            </a:r>
            <a:endParaRPr>
              <a:solidFill>
                <a:schemeClr val="dk1"/>
              </a:solidFill>
            </a:endParaRPr>
          </a:p>
        </p:txBody>
      </p:sp>
      <p:pic>
        <p:nvPicPr>
          <p:cNvPr id="5" name="MarkdownSlidesVideo">
            <a:hlinkClick r:id="" action="ppaction://media"/>
          </p:cNvPr>
          <p:cNvPicPr>
            <a:picLocks noChangeAspect="1"/>
          </p:cNvPicPr>
          <p:nvPr>
            <p:ph idx="2"/>
            <a:videoFile r:link="rId3"/>
            <p:extLst>
              <p:ext uri="{DAA4B4D4-6D71-4841-9C94-3DE7FCFB9230}">
                <p14:media xmlns:p14="http://schemas.microsoft.com/office/powerpoint/2010/main" r:embed="rId2"/>
              </p:ext>
            </p:extLst>
          </p:nvPr>
        </p:nvPicPr>
        <p:blipFill>
          <a:blip r:embed="rId4"/>
          <a:stretch>
            <a:fillRect/>
          </a:stretch>
        </p:blipFill>
        <p:spPr>
          <a:xfrm>
            <a:off x="7726680" y="4138301"/>
            <a:ext cx="3627120" cy="2038662"/>
          </a:xfrm>
          <a:prstGeom prst="roundRect">
            <a:avLst>
              <a:gd name="adj" fmla="val 7475"/>
            </a:avLst>
          </a:prstGeom>
          <a:ln w="12700">
            <a:solidFill>
              <a:schemeClr val="accent1"/>
            </a:solidFill>
            <a:prstDash val="solid"/>
          </a:ln>
          <a:effectLst>
            <a:outerShdw blurRad="76200" dist="35921" dir="2700000" algn="ctr" rotWithShape="0">
              <a:srgbClr val="000000">
                <a:alpha val="25000"/>
              </a:srgbClr>
            </a:outerShdw>
            <a:reflection blurRad="12700" stA="35000" stPos="0" endA="0" endPos="20000" dist="50800" dir="5400000" fadeDir="5400000" sy="-100000" algn="bl" rotWithShape="0"/>
          </a:effectLst>
        </p:spPr>
      </p:pic>
    </p:spTree>
  </p:cSld>
  <p:clrMapOvr>
    <a:masterClrMapping/>
  </p:clrMapOvr>
  <p:timing>
    <p:tnLst>
      <p:par>
        <p:cTn id="1"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 presetClass="mediacall" presetSubtype="0" fill="hold" nodeType="clickEffect">
                                  <p:stCondLst>
                                    <p:cond delay="0"/>
                                  </p:stCondLst>
                                  <p:childTnLst>
                                    <p:cmd type="call" cmd="playFrom(0.0)">
                                      <p:cBhvr>
                                        <p:cTn id="7"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2" fill="hold" display="0">
                  <p:stCondLst>
                    <p:cond delay="indefinite"/>
                  </p:stCondLst>
                </p:cTn>
                <p:tgtEl>
                  <p:spTgt spid="5"/>
                </p:tgtEl>
              </p:cMediaNode>
            </p:video>
          </p:childTnLst>
        </p:cTn>
      </p:par>
    </p:tnLst>
  </p:timing>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pPr>
              <a:defRPr>
                <a:solidFill>
                  <a:schemeClr val="accent6"/>
                </a:solidFill>
              </a:defRPr>
            </a:pPr>
            <a:r>
              <a:rPr>
                <a:solidFill>
                  <a:schemeClr val="accent6"/>
                </a:solidFill>
              </a:rPr>
              <a:t>Slide table placement</a:t>
            </a:r>
            <a:endParaRPr>
              <a:solidFill>
                <a:schemeClr val="accent6"/>
              </a:solidFill>
            </a:endParaRPr>
          </a:p>
        </p:txBody>
      </p:sp>
      <p:sp>
        <p:nvSpPr>
          <p:cNvPr id="3" name="Content Placeholder 2"/>
          <p:cNvSpPr>
            <a:spLocks noGrp="1"/>
          </p:cNvSpPr>
          <p:nvPr>
            <p:ph idx="1"/>
          </p:nvPr>
        </p:nvSpPr>
        <p:spPr/>
        <p:txBody>
          <a:bodyPr wrap="square">
            <a:normAutofit/>
          </a:bodyPr>
          <a:lstStyle/>
          <a:p>
            <a:pPr marL="0" indent="0">
              <a:buNone/>
              <a:defRPr>
                <a:solidFill>
                  <a:schemeClr val="dk1"/>
                </a:solidFill>
              </a:defRPr>
            </a:pPr>
            <a:r>
              <a:rPr b="0" i="0">
                <a:solidFill>
                  <a:schemeClr val="dk1"/>
                </a:solidFill>
                <a:latin typeface="+mn-lt"/>
                <a:ea typeface="+mn-ea"/>
                <a:cs typeface="+mn-cs"/>
              </a:rPr>
              <a:t>50% means half of the table's own content box.</a:t>
            </a:r>
            <a:endParaRPr>
              <a:solidFill>
                <a:schemeClr val="dk1"/>
              </a:solidFill>
            </a:endParaRPr>
          </a:p>
          <a:p>
            <a:pPr marL="0" indent="0">
              <a:buNone/>
              <a:defRPr>
                <a:solidFill>
                  <a:schemeClr val="dk1"/>
                </a:solidFill>
              </a:defRPr>
            </a:pPr>
            <a:r>
              <a:rPr b="0" i="0">
                <a:solidFill>
                  <a:schemeClr val="dk1"/>
                </a:solidFill>
                <a:latin typeface="+mn-lt"/>
                <a:ea typeface="+mn-ea"/>
                <a:cs typeface="+mn-cs"/>
              </a:rPr>
              <a:t>The table stays top aligned. Row heights still follow the content.</a:t>
            </a:r>
            <a:endParaRPr>
              <a:solidFill>
                <a:schemeClr val="dk1"/>
              </a:solidFill>
            </a:endParaRPr>
          </a:p>
        </p:txBody>
      </p:sp>
      <p:graphicFrame>
        <p:nvGraphicFramePr>
          <p:cNvPr id="5" name="MarkdownSlidesTable"/>
          <p:cNvGraphicFramePr>
            <a:graphicFrameLocks noGrp="1"/>
          </p:cNvGraphicFramePr>
          <p:nvPr>
            <p:ph idx="2"/>
          </p:nvPr>
        </p:nvGraphicFramePr>
        <p:xfrm>
          <a:off x="8763000" y="1825625"/>
          <a:ext cx="2590800" cy="0"/>
        </p:xfrm>
        <a:graphic>
          <a:graphicData uri="http://schemas.openxmlformats.org/drawingml/2006/table">
            <a:tbl>
              <a:tblPr firstRow="1" bandRow="1">
                <a:effectLst>
                  <a:outerShdw blurRad="38100" dist="17960" dir="2700000" algn="ctr" rotWithShape="0">
                    <a:srgbClr val="000000">
                      <a:alpha val="15000"/>
                    </a:srgbClr>
                  </a:outerShdw>
                  <a:reflection blurRad="12700" stA="35000" stPos="0" endA="0" endPos="20000" dist="50800" dir="5400000" fadeDir="5400000" sy="-100000" algn="bl" rotWithShape="0"/>
                </a:effectLst>
                <a:tableStyleId>{B301B821-A1FF-4177-AEE7-76D212191A09}</a:tableStyleId>
              </a:tblPr>
              <a:tblGrid>
                <a:gridCol w="1295400"/>
                <a:gridCol w="1295400"/>
              </a:tblGrid>
              <a:tr h="0">
                <a:tc>
                  <a:txBody>
                    <a:bodyPr wrap="square"/>
                    <a:lstStyle/>
                    <a:p>
                      <a:pPr algn="l"/>
                      <a:r>
                        <a:t>Item</a:t>
                      </a:r>
                    </a:p>
                  </a:txBody>
                  <a:tcPr anchor="ctr">
                    <a:lnL w="12700">
                      <a:solidFill>
                        <a:schemeClr val="accent1"/>
                      </a:solidFill>
                      <a:prstDash val="solid"/>
                    </a:lnL>
                    <a:lnT w="12700">
                      <a:solidFill>
                        <a:schemeClr val="accent1"/>
                      </a:solidFill>
                      <a:prstDash val="solid"/>
                    </a:lnT>
                    <a:solidFill>
                      <a:schemeClr val="accent1"/>
                    </a:solidFill>
                  </a:tcPr>
                </a:tc>
                <a:tc>
                  <a:txBody>
                    <a:bodyPr wrap="square"/>
                    <a:lstStyle/>
                    <a:p>
                      <a:pPr algn="r"/>
                      <a:r>
                        <a:t>Count</a:t>
                      </a:r>
                    </a:p>
                  </a:txBody>
                  <a:tcPr anchor="ctr">
                    <a:lnR w="12700">
                      <a:solidFill>
                        <a:schemeClr val="accent1"/>
                      </a:solidFill>
                      <a:prstDash val="solid"/>
                    </a:lnR>
                    <a:lnT w="12700">
                      <a:solidFill>
                        <a:schemeClr val="accent1"/>
                      </a:solidFill>
                      <a:prstDash val="solid"/>
                    </a:lnT>
                    <a:solidFill>
                      <a:schemeClr val="accent1"/>
                    </a:solidFill>
                  </a:tcPr>
                </a:tc>
              </a:tr>
              <a:tr h="0">
                <a:tc>
                  <a:txBody>
                    <a:bodyPr wrap="square"/>
                    <a:lstStyle/>
                    <a:p>
                      <a:pPr algn="l"/>
                      <a:r>
                        <a:t>Design</a:t>
                      </a:r>
                    </a:p>
                  </a:txBody>
                  <a:tcPr anchor="ctr">
                    <a:lnL w="12700">
                      <a:solidFill>
                        <a:schemeClr val="accent1"/>
                      </a:solidFill>
                      <a:prstDash val="solid"/>
                    </a:lnL>
                    <a:solidFill>
                      <a:schemeClr val="lt2"/>
                    </a:solidFill>
                  </a:tcPr>
                </a:tc>
                <a:tc>
                  <a:txBody>
                    <a:bodyPr wrap="square"/>
                    <a:lstStyle/>
                    <a:p>
                      <a:pPr algn="r"/>
                      <a:r>
                        <a:t>3</a:t>
                      </a:r>
                    </a:p>
                  </a:txBody>
                  <a:tcPr anchor="ctr">
                    <a:lnR w="12700">
                      <a:solidFill>
                        <a:schemeClr val="accent1"/>
                      </a:solidFill>
                      <a:prstDash val="solid"/>
                    </a:lnR>
                    <a:solidFill>
                      <a:schemeClr val="lt2"/>
                    </a:solidFill>
                  </a:tcPr>
                </a:tc>
              </a:tr>
              <a:tr h="0">
                <a:tc>
                  <a:txBody>
                    <a:bodyPr wrap="square"/>
                    <a:lstStyle/>
                    <a:p>
                      <a:pPr algn="l"/>
                      <a:r>
                        <a:t>Review</a:t>
                      </a:r>
                    </a:p>
                  </a:txBody>
                  <a:tcPr anchor="ctr">
                    <a:lnL w="12700">
                      <a:solidFill>
                        <a:schemeClr val="accent1"/>
                      </a:solidFill>
                      <a:prstDash val="solid"/>
                    </a:lnL>
                    <a:lnB w="12700">
                      <a:solidFill>
                        <a:schemeClr val="accent1"/>
                      </a:solidFill>
                      <a:prstDash val="solid"/>
                    </a:lnB>
                    <a:solidFill>
                      <a:schemeClr val="lt1"/>
                    </a:solidFill>
                  </a:tcPr>
                </a:tc>
                <a:tc>
                  <a:txBody>
                    <a:bodyPr wrap="square"/>
                    <a:lstStyle/>
                    <a:p>
                      <a:pPr algn="r"/>
                      <a:r>
                        <a:t>2</a:t>
                      </a:r>
                    </a:p>
                  </a:txBody>
                  <a:tcPr anchor="ctr">
                    <a:lnR w="12700">
                      <a:solidFill>
                        <a:schemeClr val="accent1"/>
                      </a:solidFill>
                      <a:prstDash val="solid"/>
                    </a:lnR>
                    <a:lnB w="12700">
                      <a:solidFill>
                        <a:schemeClr val="accent1"/>
                      </a:solidFill>
                      <a:prstDash val="solid"/>
                    </a:lnB>
                    <a:solidFill>
                      <a:schemeClr val="lt1"/>
                    </a:solidFill>
                  </a:tcPr>
                </a:tc>
              </a:tr>
            </a:tbl>
          </a:graphicData>
        </a:graphic>
      </p:graphicFrame>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pPr>
              <a:defRPr>
                <a:solidFill>
                  <a:schemeClr val="accent6"/>
                </a:solidFill>
              </a:defRPr>
            </a:pPr>
            <a:r>
              <a:rPr>
                <a:solidFill>
                  <a:schemeClr val="accent6"/>
                </a:solidFill>
              </a:rPr>
              <a:t>Heading inference precedes the deck default</a:t>
            </a:r>
            <a:endParaRPr>
              <a:solidFill>
                <a:schemeClr val="accent6"/>
              </a:solidFill>
            </a:endParaRPr>
          </a:p>
        </p:txBody>
      </p:sp>
      <p:sp>
        <p:nvSpPr>
          <p:cNvPr id="3" name="Text Placeholder 2"/>
          <p:cNvSpPr>
            <a:spLocks noGrp="1"/>
          </p:cNvSpPr>
          <p:nvPr>
            <p:ph type="body" idx="1"/>
          </p:nvPr>
        </p:nvSpPr>
        <p:spPr/>
        <p:txBody>
          <a:bodyPr wrap="square">
            <a:normAutofit/>
          </a:bodyPr>
          <a:lstStyle/>
          <a:p>
            <a:pPr marL="0" indent="0">
              <a:buNone/>
              <a:defRPr>
                <a:solidFill>
                  <a:schemeClr val="dk1"/>
                </a:solidFill>
              </a:defRPr>
            </a:pPr>
            <a:r>
              <a:rPr>
                <a:solidFill>
                  <a:schemeClr val="dk1"/>
                </a:solidFill>
              </a:rPr>
              <a:t>This is a section despite the Title Slide deck default</a:t>
            </a:r>
            <a:endParaRPr>
              <a:solidFill>
                <a:schemeClr val="dk1"/>
              </a:solidFill>
            </a:endParaRP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pPr>
              <a:defRPr>
                <a:solidFill>
                  <a:schemeClr val="accent6"/>
                </a:solidFill>
              </a:defRPr>
            </a:pPr>
            <a:r>
              <a:rPr>
                <a:solidFill>
                  <a:schemeClr val="accent6"/>
                </a:solidFill>
              </a:rPr>
              <a:t>Explicit layout overrides heading inference</a:t>
            </a:r>
            <a:endParaRPr>
              <a:solidFill>
                <a:schemeClr val="accent6"/>
              </a:solidFill>
            </a:endParaRPr>
          </a:p>
        </p:txBody>
      </p:sp>
      <p:sp>
        <p:nvSpPr>
          <p:cNvPr id="3" name="Content Placeholder 2"/>
          <p:cNvSpPr>
            <a:spLocks noGrp="1"/>
          </p:cNvSpPr>
          <p:nvPr>
            <p:ph idx="1"/>
          </p:nvPr>
        </p:nvSpPr>
        <p:spPr/>
        <p:txBody>
          <a:bodyPr wrap="square">
            <a:normAutofit/>
          </a:bodyPr>
          <a:lstStyle/>
          <a:p>
            <a:pPr marL="0" indent="0">
              <a:buNone/>
              <a:defRPr>
                <a:solidFill>
                  <a:schemeClr val="dk1"/>
                </a:solidFill>
              </a:defRPr>
            </a:pPr>
            <a:r>
              <a:rPr sz="3700" b="1" i="0">
                <a:solidFill>
                  <a:schemeClr val="dk1"/>
                </a:solidFill>
                <a:latin typeface="+mj-lt"/>
                <a:ea typeface="+mj-ea"/>
                <a:cs typeface="+mj-cs"/>
              </a:rPr>
              <a:t>This remains a body heading</a:t>
            </a:r>
            <a:endParaRPr>
              <a:solidFill>
                <a:schemeClr val="dk1"/>
              </a:solidFill>
            </a:endParaRP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pPr>
              <a:defRPr>
                <a:solidFill>
                  <a:schemeClr val="accent6"/>
                </a:solidFill>
              </a:defRPr>
            </a:pPr>
            <a:r>
              <a:rPr>
                <a:solidFill>
                  <a:schemeClr val="accent6"/>
                </a:solidFill>
              </a:rPr>
              <a:t>Rich cells retain native table styling</a:t>
            </a:r>
            <a:endParaRPr>
              <a:solidFill>
                <a:schemeClr val="accent6"/>
              </a:solidFill>
            </a:endParaRPr>
          </a:p>
        </p:txBody>
      </p:sp>
      <p:sp>
        <p:nvSpPr>
          <p:cNvPr id="3" name="Content Placeholder 2"/>
          <p:cNvSpPr>
            <a:spLocks noGrp="1"/>
          </p:cNvSpPr>
          <p:nvPr>
            <p:ph idx="1"/>
          </p:nvPr>
        </p:nvSpPr>
        <p:spPr/>
        <p:txBody>
          <a:bodyPr wrap="square">
            <a:normAutofit/>
          </a:bodyPr>
          <a:lstStyle/>
          <a:p>
            <a:pPr marL="0" indent="0">
              <a:buNone/>
              <a:defRPr>
                <a:solidFill>
                  <a:schemeClr val="dk1"/>
                </a:solidFill>
              </a:defRPr>
            </a:pPr>
            <a:r>
              <a:rPr b="0" i="0">
                <a:solidFill>
                  <a:schemeClr val="dk1"/>
                </a:solidFill>
                <a:latin typeface="+mn-lt"/>
                <a:ea typeface="+mn-ea"/>
                <a:cs typeface="+mn-cs"/>
              </a:rPr>
              <a:t>Inline Markdown works inside native styled cells. Links retain their targets and ScreenTips.</a:t>
            </a:r>
            <a:endParaRPr>
              <a:solidFill>
                <a:schemeClr val="dk1"/>
              </a:solidFill>
            </a:endParaRPr>
          </a:p>
        </p:txBody>
      </p:sp>
      <p:graphicFrame>
        <p:nvGraphicFramePr>
          <p:cNvPr id="5" name="MarkdownSlidesTable"/>
          <p:cNvGraphicFramePr>
            <a:graphicFrameLocks noGrp="1"/>
          </p:cNvGraphicFramePr>
          <p:nvPr>
            <p:ph idx="2"/>
          </p:nvPr>
        </p:nvGraphicFramePr>
        <p:xfrm>
          <a:off x="6560820" y="1825625"/>
          <a:ext cx="4404360" cy="0"/>
        </p:xfrm>
        <a:graphic>
          <a:graphicData uri="http://schemas.openxmlformats.org/drawingml/2006/table">
            <a:tbl>
              <a:tblPr firstRow="1" bandRow="1" firstCol="1">
                <a:effectLst>
                  <a:outerShdw blurRad="38100" dist="17960" dir="2700000" algn="ctr" rotWithShape="0">
                    <a:srgbClr val="000000">
                      <a:alpha val="15000"/>
                    </a:srgbClr>
                  </a:outerShdw>
                  <a:reflection blurRad="12700" stA="35000" stPos="0" endA="0" endPos="20000" dist="50800" dir="5400000" fadeDir="5400000" sy="-100000" algn="bl" rotWithShape="0"/>
                </a:effectLst>
                <a:tableStyleId>{B301B821-A1FF-4177-AEE7-76D212191A09}</a:tableStyleId>
              </a:tblPr>
              <a:tblGrid>
                <a:gridCol w="2202180"/>
                <a:gridCol w="2202180"/>
              </a:tblGrid>
              <a:tr h="0">
                <a:tc>
                  <a:txBody>
                    <a:bodyPr wrap="square"/>
                    <a:lstStyle/>
                    <a:p>
                      <a:pPr algn="l"/>
                      <a:r>
                        <a:t>Kind</a:t>
                      </a:r>
                    </a:p>
                  </a:txBody>
                  <a:tcPr anchor="ctr">
                    <a:lnL w="12700">
                      <a:solidFill>
                        <a:schemeClr val="accent1"/>
                      </a:solidFill>
                      <a:prstDash val="solid"/>
                    </a:lnL>
                    <a:lnT w="12700">
                      <a:solidFill>
                        <a:schemeClr val="accent1"/>
                      </a:solidFill>
                      <a:prstDash val="solid"/>
                    </a:lnT>
                    <a:solidFill>
                      <a:schemeClr val="accent1"/>
                    </a:solidFill>
                  </a:tcPr>
                </a:tc>
                <a:tc>
                  <a:txBody>
                    <a:bodyPr wrap="square"/>
                    <a:lstStyle/>
                    <a:p>
                      <a:pPr algn="l"/>
                      <a:r>
                        <a:t>Example</a:t>
                      </a:r>
                    </a:p>
                  </a:txBody>
                  <a:tcPr anchor="ctr">
                    <a:lnR w="12700">
                      <a:solidFill>
                        <a:schemeClr val="accent1"/>
                      </a:solidFill>
                      <a:prstDash val="solid"/>
                    </a:lnR>
                    <a:lnT w="12700">
                      <a:solidFill>
                        <a:schemeClr val="accent1"/>
                      </a:solidFill>
                      <a:prstDash val="solid"/>
                    </a:lnT>
                    <a:solidFill>
                      <a:schemeClr val="accent1"/>
                    </a:solidFill>
                  </a:tcPr>
                </a:tc>
              </a:tr>
              <a:tr h="0">
                <a:tc>
                  <a:txBody>
                    <a:bodyPr wrap="square"/>
                    <a:lstStyle/>
                    <a:p>
                      <a:pPr algn="l"/>
                      <a:r>
                        <a:t>Emphasis</a:t>
                      </a:r>
                    </a:p>
                  </a:txBody>
                  <a:tcPr anchor="ctr">
                    <a:lnL w="12700">
                      <a:solidFill>
                        <a:schemeClr val="accent1"/>
                      </a:solidFill>
                      <a:prstDash val="solid"/>
                    </a:lnL>
                    <a:solidFill>
                      <a:schemeClr val="lt2"/>
                    </a:solidFill>
                  </a:tcPr>
                </a:tc>
                <a:tc>
                  <a:txBody>
                    <a:bodyPr wrap="square"/>
                    <a:lstStyle/>
                    <a:p>
                      <a:pPr algn="l"/>
                      <a:r>
                        <a:rPr b="1"/>
                        <a:t>Bold</a:t>
                      </a:r>
                      <a:r>
                        <a:t> and </a:t>
                      </a:r>
                      <a:r>
                        <a:rPr i="1"/>
                        <a:t>italic</a:t>
                      </a:r>
                    </a:p>
                  </a:txBody>
                  <a:tcPr anchor="ctr">
                    <a:lnR w="12700">
                      <a:solidFill>
                        <a:schemeClr val="accent1"/>
                      </a:solidFill>
                      <a:prstDash val="solid"/>
                    </a:lnR>
                    <a:solidFill>
                      <a:schemeClr val="lt2"/>
                    </a:solidFill>
                  </a:tcPr>
                </a:tc>
              </a:tr>
              <a:tr h="0">
                <a:tc>
                  <a:txBody>
                    <a:bodyPr wrap="square"/>
                    <a:lstStyle/>
                    <a:p>
                      <a:pPr algn="l"/>
                      <a:r>
                        <a:t>Code</a:t>
                      </a:r>
                    </a:p>
                  </a:txBody>
                  <a:tcPr anchor="ctr">
                    <a:lnL w="12700">
                      <a:solidFill>
                        <a:schemeClr val="accent1"/>
                      </a:solidFill>
                      <a:prstDash val="solid"/>
                    </a:lnL>
                    <a:solidFill>
                      <a:schemeClr val="lt1"/>
                    </a:solidFill>
                  </a:tcPr>
                </a:tc>
                <a:tc>
                  <a:txBody>
                    <a:bodyPr wrap="square"/>
                    <a:lstStyle/>
                    <a:p>
                      <a:pPr algn="l"/>
                      <a:r>
                        <a:rPr>
                          <a:latin typeface="Consolas"/>
                        </a:rPr>
                        <a:t>status</a:t>
                      </a:r>
                    </a:p>
                  </a:txBody>
                  <a:tcPr anchor="ctr">
                    <a:lnR w="12700">
                      <a:solidFill>
                        <a:schemeClr val="accent1"/>
                      </a:solidFill>
                      <a:prstDash val="solid"/>
                    </a:lnR>
                    <a:solidFill>
                      <a:schemeClr val="lt1"/>
                    </a:solidFill>
                  </a:tcPr>
                </a:tc>
              </a:tr>
              <a:tr h="0">
                <a:tc>
                  <a:txBody>
                    <a:bodyPr wrap="square"/>
                    <a:lstStyle/>
                    <a:p>
                      <a:pPr algn="l"/>
                      <a:r>
                        <a:t>Strike</a:t>
                      </a:r>
                    </a:p>
                  </a:txBody>
                  <a:tcPr anchor="ctr">
                    <a:lnL w="12700">
                      <a:solidFill>
                        <a:schemeClr val="accent1"/>
                      </a:solidFill>
                      <a:prstDash val="solid"/>
                    </a:lnL>
                    <a:solidFill>
                      <a:schemeClr val="lt2"/>
                    </a:solidFill>
                  </a:tcPr>
                </a:tc>
                <a:tc>
                  <a:txBody>
                    <a:bodyPr wrap="square"/>
                    <a:lstStyle/>
                    <a:p>
                      <a:pPr algn="l"/>
                      <a:r>
                        <a:rPr strike="sngStrike"/>
                        <a:t>Removed</a:t>
                      </a:r>
                    </a:p>
                  </a:txBody>
                  <a:tcPr anchor="ctr">
                    <a:lnR w="12700">
                      <a:solidFill>
                        <a:schemeClr val="accent1"/>
                      </a:solidFill>
                      <a:prstDash val="solid"/>
                    </a:lnR>
                    <a:solidFill>
                      <a:schemeClr val="lt2"/>
                    </a:solidFill>
                  </a:tcPr>
                </a:tc>
              </a:tr>
              <a:tr h="0">
                <a:tc>
                  <a:txBody>
                    <a:bodyPr wrap="square"/>
                    <a:lstStyle/>
                    <a:p>
                      <a:pPr algn="l"/>
                      <a:r>
                        <a:t>Baselines</a:t>
                      </a:r>
                    </a:p>
                  </a:txBody>
                  <a:tcPr anchor="ctr">
                    <a:lnL w="12700">
                      <a:solidFill>
                        <a:schemeClr val="accent1"/>
                      </a:solidFill>
                      <a:prstDash val="solid"/>
                    </a:lnL>
                    <a:solidFill>
                      <a:schemeClr val="lt1"/>
                    </a:solidFill>
                  </a:tcPr>
                </a:tc>
                <a:tc>
                  <a:txBody>
                    <a:bodyPr wrap="square"/>
                    <a:lstStyle/>
                    <a:p>
                      <a:pPr algn="l"/>
                      <a:r>
                        <a:t>H</a:t>
                      </a:r>
                      <a:r>
                        <a:rPr baseline="-25000"/>
                        <a:t>2</a:t>
                      </a:r>
                      <a:r>
                        <a:t>O and x</a:t>
                      </a:r>
                      <a:r>
                        <a:rPr baseline="30000"/>
                        <a:t>2</a:t>
                      </a:r>
                    </a:p>
                  </a:txBody>
                  <a:tcPr anchor="ctr">
                    <a:lnR w="12700">
                      <a:solidFill>
                        <a:schemeClr val="accent1"/>
                      </a:solidFill>
                      <a:prstDash val="solid"/>
                    </a:lnR>
                    <a:solidFill>
                      <a:schemeClr val="lt1"/>
                    </a:solidFill>
                  </a:tcPr>
                </a:tc>
              </a:tr>
              <a:tr h="0">
                <a:tc>
                  <a:txBody>
                    <a:bodyPr wrap="square"/>
                    <a:lstStyle/>
                    <a:p>
                      <a:pPr algn="l"/>
                      <a:r>
                        <a:t>Links</a:t>
                      </a:r>
                    </a:p>
                  </a:txBody>
                  <a:tcPr anchor="ctr">
                    <a:lnL w="12700">
                      <a:solidFill>
                        <a:schemeClr val="accent1"/>
                      </a:solidFill>
                      <a:prstDash val="solid"/>
                    </a:lnL>
                    <a:lnB w="12700">
                      <a:solidFill>
                        <a:schemeClr val="accent1"/>
                      </a:solidFill>
                      <a:prstDash val="solid"/>
                    </a:lnB>
                    <a:solidFill>
                      <a:schemeClr val="lt2"/>
                    </a:solidFill>
                  </a:tcPr>
                </a:tc>
                <a:tc>
                  <a:txBody>
                    <a:bodyPr wrap="square"/>
                    <a:lstStyle/>
                    <a:p>
                      <a:pPr algn="l"/>
                      <a:r>
                        <a:rPr b="1">
                          <a:hlinkClick r:id="rId2" tooltip="Read the markdown-pptx guide"/>
                        </a:rPr>
                        <a:t>Guide</a:t>
                      </a:r>
                    </a:p>
                  </a:txBody>
                  <a:tcPr anchor="ctr">
                    <a:lnR w="12700">
                      <a:solidFill>
                        <a:schemeClr val="accent1"/>
                      </a:solidFill>
                      <a:prstDash val="solid"/>
                    </a:lnR>
                    <a:lnB w="12700">
                      <a:solidFill>
                        <a:schemeClr val="accent1"/>
                      </a:solidFill>
                      <a:prstDash val="solid"/>
                    </a:lnB>
                    <a:solidFill>
                      <a:schemeClr val="lt2"/>
                    </a:solidFill>
                  </a:tcPr>
                </a:tc>
              </a:tr>
            </a:tbl>
          </a:graphicData>
        </a:graphic>
      </p:graphicFrame>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pPr>
              <a:defRPr>
                <a:solidFill>
                  <a:schemeClr val="accent6"/>
                </a:solidFill>
              </a:defRPr>
            </a:pPr>
            <a:r>
              <a:rPr>
                <a:solidFill>
                  <a:schemeClr val="accent6"/>
                </a:solidFill>
              </a:rPr>
              <a:t>Element metadata</a:t>
            </a:r>
            <a:endParaRPr>
              <a:solidFill>
                <a:schemeClr val="accent6"/>
              </a:solidFill>
            </a:endParaRPr>
          </a:p>
        </p:txBody>
      </p:sp>
      <p:sp>
        <p:nvSpPr>
          <p:cNvPr id="3" name="Text Placeholder 2"/>
          <p:cNvSpPr>
            <a:spLocks noGrp="1"/>
          </p:cNvSpPr>
          <p:nvPr>
            <p:ph type="body" idx="1"/>
          </p:nvPr>
        </p:nvSpPr>
        <p:spPr/>
        <p:txBody>
          <a:bodyPr wrap="square">
            <a:normAutofit/>
          </a:bodyPr>
          <a:lstStyle/>
          <a:p>
            <a:pPr marL="0" indent="0">
              <a:buNone/>
              <a:defRPr>
                <a:solidFill>
                  <a:schemeClr val="dk1"/>
                </a:solidFill>
              </a:defRPr>
            </a:pPr>
            <a:r>
              <a:rPr b="0" i="0">
                <a:solidFill>
                  <a:schemeClr val="dk1"/>
                </a:solidFill>
                <a:latin typeface="+mn-lt"/>
                <a:ea typeface="+mn-ea"/>
                <a:cs typeface="+mn-cs"/>
              </a:rPr>
              <a:t>The second group applies placement, effects, and video settings directly to individual elements.</a:t>
            </a:r>
            <a:endParaRPr>
              <a:solidFill>
                <a:schemeClr val="dk1"/>
              </a:solidFill>
            </a:endParaRP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pPr>
              <a:defRPr>
                <a:solidFill>
                  <a:schemeClr val="accent6"/>
                </a:solidFill>
              </a:defRPr>
            </a:pPr>
            <a:r>
              <a:rPr>
                <a:solidFill>
                  <a:schemeClr val="accent6"/>
                </a:solidFill>
              </a:rPr>
              <a:t>Native picture effects</a:t>
            </a:r>
            <a:endParaRPr>
              <a:solidFill>
                <a:schemeClr val="accent6"/>
              </a:solidFill>
            </a:endParaRPr>
          </a:p>
        </p:txBody>
      </p:sp>
      <p:sp>
        <p:nvSpPr>
          <p:cNvPr id="3" name="Content Placeholder 2"/>
          <p:cNvSpPr>
            <a:spLocks noGrp="1"/>
          </p:cNvSpPr>
          <p:nvPr>
            <p:ph idx="1"/>
          </p:nvPr>
        </p:nvSpPr>
        <p:spPr/>
        <p:txBody>
          <a:bodyPr wrap="square">
            <a:normAutofit/>
          </a:bodyPr>
          <a:lstStyle/>
          <a:p>
            <a:pPr marL="0" indent="0">
              <a:buNone/>
              <a:defRPr>
                <a:solidFill>
                  <a:schemeClr val="dk1"/>
                </a:solidFill>
              </a:defRPr>
            </a:pPr>
            <a:r>
              <a:rPr b="0" i="0">
                <a:solidFill>
                  <a:schemeClr val="dk1"/>
                </a:solidFill>
                <a:latin typeface="+mn-lt"/>
                <a:ea typeface="+mn-ea"/>
                <a:cs typeface="+mn-cs"/>
              </a:rPr>
              <a:t>Native border, rounded corners, shadow, and reflection apply to this image.</a:t>
            </a:r>
            <a:endParaRPr>
              <a:solidFill>
                <a:schemeClr val="dk1"/>
              </a:solidFill>
            </a:endParaRPr>
          </a:p>
        </p:txBody>
      </p:sp>
      <p:pic>
        <p:nvPicPr>
          <p:cNvPr id="5" name="MarkdownSlidesImage" descr="Local sample with editable picture effects" title="Picture effects"/>
          <p:cNvPicPr>
            <a:picLocks noChangeAspect="1"/>
          </p:cNvPicPr>
          <p:nvPr>
            <p:ph idx="2"/>
          </p:nvPr>
        </p:nvPicPr>
        <p:blipFill>
          <a:blip r:embed="rId2"/>
          <a:stretch>
            <a:fillRect/>
          </a:stretch>
        </p:blipFill>
        <p:spPr>
          <a:xfrm>
            <a:off x="6172200" y="1825625"/>
            <a:ext cx="5181600" cy="2914650"/>
          </a:xfrm>
          <a:prstGeom prst="roundRect">
            <a:avLst>
              <a:gd name="adj" fmla="val 5229"/>
            </a:avLst>
          </a:prstGeom>
          <a:ln w="19050">
            <a:solidFill>
              <a:schemeClr val="accent1"/>
            </a:solidFill>
            <a:prstDash val="solid"/>
          </a:ln>
          <a:effectLst>
            <a:outerShdw blurRad="76200" dist="35921" dir="2700000" algn="ctr" rotWithShape="0">
              <a:srgbClr val="000000">
                <a:alpha val="25000"/>
              </a:srgbClr>
            </a:outerShdw>
            <a:reflection blurRad="12700" stA="35000" stPos="0" endA="0" endPos="30000" dist="50800" dir="5400000" fadeDir="5400000" sy="-100000" algn="bl" rotWithShape="0"/>
          </a:effectLst>
        </p:spPr>
      </p:pic>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pPr>
              <a:defRPr>
                <a:solidFill>
                  <a:schemeClr val="accent6"/>
                </a:solidFill>
              </a:defRPr>
            </a:pPr>
            <a:r>
              <a:rPr>
                <a:solidFill>
                  <a:schemeClr val="accent6"/>
                </a:solidFill>
              </a:rPr>
              <a:t>Local video: Big Buck Bunny</a:t>
            </a:r>
            <a:endParaRPr>
              <a:solidFill>
                <a:schemeClr val="accent6"/>
              </a:solidFill>
            </a:endParaRPr>
          </a:p>
        </p:txBody>
      </p:sp>
      <p:sp>
        <p:nvSpPr>
          <p:cNvPr id="3" name="Content Placeholder 2"/>
          <p:cNvSpPr>
            <a:spLocks noGrp="1"/>
          </p:cNvSpPr>
          <p:nvPr>
            <p:ph idx="1"/>
          </p:nvPr>
        </p:nvSpPr>
        <p:spPr/>
        <p:txBody>
          <a:bodyPr wrap="square">
            <a:normAutofit/>
          </a:bodyPr>
          <a:lstStyle/>
          <a:p>
            <a:pPr marL="0" indent="0">
              <a:buNone/>
              <a:defRPr>
                <a:solidFill>
                  <a:schemeClr val="dk1"/>
                </a:solidFill>
              </a:defRPr>
            </a:pPr>
            <a:r>
              <a:rPr b="0" i="0">
                <a:solidFill>
                  <a:schemeClr val="dk1"/>
                </a:solidFill>
                <a:latin typeface="+mn-lt"/>
                <a:ea typeface="+mn-ea"/>
                <a:cs typeface="+mn-cs"/>
              </a:rPr>
              <a:t>The element sets video width. Its media effects round the frame and add a reflection.</a:t>
            </a:r>
            <a:endParaRPr>
              <a:solidFill>
                <a:schemeClr val="dk1"/>
              </a:solidFill>
            </a:endParaRPr>
          </a:p>
          <a:p>
            <a:pPr marL="0" indent="0">
              <a:buNone/>
              <a:defRPr>
                <a:solidFill>
                  <a:schemeClr val="dk1"/>
                </a:solidFill>
              </a:defRPr>
            </a:pPr>
            <a:r>
              <a:rPr b="0" i="0">
                <a:solidFill>
                  <a:schemeClr val="dk1"/>
                </a:solidFill>
                <a:latin typeface="+mn-lt"/>
                <a:ea typeface="+mn-ea"/>
                <a:cs typeface="+mn-cs"/>
              </a:rPr>
              <a:t>Big Buck Bunny is copyright 2008, Blender Foundation. Licensed under Creative Commons Attribution 3.0.</a:t>
            </a:r>
            <a:endParaRPr>
              <a:solidFill>
                <a:schemeClr val="dk1"/>
              </a:solidFill>
            </a:endParaRPr>
          </a:p>
        </p:txBody>
      </p:sp>
      <p:pic>
        <p:nvPicPr>
          <p:cNvPr id="5" name="MarkdownSlidesVideo">
            <a:hlinkClick r:id="" action="ppaction://media"/>
          </p:cNvPr>
          <p:cNvPicPr>
            <a:picLocks noChangeAspect="1"/>
          </p:cNvPicPr>
          <p:nvPr>
            <p:ph idx="2"/>
            <a:videoFile r:link="rId3"/>
            <p:extLst>
              <p:ext uri="{DAA4B4D4-6D71-4841-9C94-3DE7FCFB9230}">
                <p14:media xmlns:p14="http://schemas.microsoft.com/office/powerpoint/2010/main" r:embed="rId2"/>
              </p:ext>
            </p:extLst>
          </p:nvPr>
        </p:nvPicPr>
        <p:blipFill>
          <a:blip r:embed="rId4"/>
          <a:stretch>
            <a:fillRect/>
          </a:stretch>
        </p:blipFill>
        <p:spPr>
          <a:xfrm>
            <a:off x="6483096" y="1825625"/>
            <a:ext cx="4559808" cy="2562890"/>
          </a:xfrm>
          <a:prstGeom prst="roundRect">
            <a:avLst>
              <a:gd name="adj" fmla="val 7929"/>
            </a:avLst>
          </a:prstGeom>
          <a:ln w="12700">
            <a:solidFill>
              <a:schemeClr val="accent1"/>
            </a:solidFill>
            <a:prstDash val="solid"/>
          </a:ln>
          <a:effectLst>
            <a:outerShdw blurRad="76200" dist="35921" dir="2700000" algn="ctr" rotWithShape="0">
              <a:srgbClr val="000000">
                <a:alpha val="25000"/>
              </a:srgbClr>
            </a:outerShdw>
            <a:reflection blurRad="12700" stA="35000" stPos="0" endA="0" endPos="20000" dist="50800" dir="5400000" fadeDir="5400000" sy="-100000" algn="bl" rotWithShape="0"/>
          </a:effectLst>
        </p:spPr>
      </p:pic>
    </p:spTree>
  </p:cSld>
  <p:clrMapOvr>
    <a:masterClrMapping/>
  </p:clrMapOvr>
  <p:timing>
    <p:tnLst>
      <p:par>
        <p:cTn id="1"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 presetClass="mediacall" presetSubtype="0" fill="hold" nodeType="clickEffect">
                                  <p:stCondLst>
                                    <p:cond delay="0"/>
                                  </p:stCondLst>
                                  <p:childTnLst>
                                    <p:cmd type="call" cmd="playFrom(0.0)">
                                      <p:cBhvr>
                                        <p:cTn id="7"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2" fill="hold" display="0">
                  <p:stCondLst>
                    <p:cond delay="indefinite"/>
                  </p:stCondLst>
                </p:cTn>
                <p:tgtEl>
                  <p:spTgt spid="5"/>
                </p:tgtEl>
              </p:cMediaNode>
            </p:video>
          </p:childTnLst>
        </p:cTn>
      </p:par>
    </p:tnLst>
  </p:timing>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pPr>
              <a:defRPr>
                <a:solidFill>
                  <a:schemeClr val="accent6"/>
                </a:solidFill>
              </a:defRPr>
            </a:pPr>
            <a:r>
              <a:rPr>
                <a:solidFill>
                  <a:schemeClr val="accent6"/>
                </a:solidFill>
              </a:rPr>
              <a:t>Local video: automatic fullscreen playback</a:t>
            </a:r>
            <a:endParaRPr>
              <a:solidFill>
                <a:schemeClr val="accent6"/>
              </a:solidFill>
            </a:endParaRPr>
          </a:p>
        </p:txBody>
      </p:sp>
      <p:sp>
        <p:nvSpPr>
          <p:cNvPr id="3" name="Content Placeholder 2"/>
          <p:cNvSpPr>
            <a:spLocks noGrp="1"/>
          </p:cNvSpPr>
          <p:nvPr>
            <p:ph idx="1"/>
          </p:nvPr>
        </p:nvSpPr>
        <p:spPr/>
        <p:txBody>
          <a:bodyPr wrap="square">
            <a:normAutofit/>
          </a:bodyPr>
          <a:lstStyle/>
          <a:p>
            <a:pPr marL="0" indent="0">
              <a:buNone/>
              <a:defRPr>
                <a:solidFill>
                  <a:schemeClr val="dk1"/>
                </a:solidFill>
              </a:defRPr>
            </a:pPr>
            <a:r>
              <a:rPr b="0" i="0">
                <a:solidFill>
                  <a:schemeClr val="dk1"/>
                </a:solidFill>
                <a:latin typeface="+mn-lt"/>
                <a:ea typeface="+mn-ea"/>
                <a:cs typeface="+mn-cs"/>
              </a:rPr>
              <a:t>The element starts playback automatically, fills the screen, loops, and mutes audio. Its linked image supplies the poster.</a:t>
            </a:r>
            <a:endParaRPr>
              <a:solidFill>
                <a:schemeClr val="dk1"/>
              </a:solidFill>
            </a:endParaRPr>
          </a:p>
          <a:p>
            <a:pPr marL="0" indent="0">
              <a:buNone/>
              <a:defRPr>
                <a:solidFill>
                  <a:schemeClr val="dk1"/>
                </a:solidFill>
              </a:defRPr>
            </a:pPr>
            <a:r>
              <a:rPr b="0" i="0">
                <a:solidFill>
                  <a:schemeClr val="dk1"/>
                </a:solidFill>
                <a:latin typeface="+mn-lt"/>
                <a:ea typeface="+mn-ea"/>
                <a:cs typeface="+mn-cs"/>
              </a:rPr>
              <a:t>Big Buck Bunny is copyright 2008, Blender Foundation. Licensed under Creative Commons Attribution 3.0.</a:t>
            </a:r>
            <a:endParaRPr>
              <a:solidFill>
                <a:schemeClr val="dk1"/>
              </a:solidFill>
            </a:endParaRPr>
          </a:p>
        </p:txBody>
      </p:sp>
      <p:pic>
        <p:nvPicPr>
          <p:cNvPr id="5" name="MarkdownSlidesVideo">
            <a:hlinkClick r:id="" action="ppaction://media"/>
          </p:cNvPr>
          <p:cNvPicPr>
            <a:picLocks noChangeAspect="1"/>
          </p:cNvPicPr>
          <p:nvPr>
            <p:ph idx="2"/>
            <a:videoFile r:link="rId3"/>
            <p:extLst>
              <p:ext uri="{DAA4B4D4-6D71-4841-9C94-3DE7FCFB9230}">
                <p14:media xmlns:p14="http://schemas.microsoft.com/office/powerpoint/2010/main" r:embed="rId2"/>
              </p:ext>
            </p:extLst>
          </p:nvPr>
        </p:nvPicPr>
        <p:blipFill>
          <a:blip r:embed="rId4"/>
          <a:stretch>
            <a:fillRect/>
          </a:stretch>
        </p:blipFill>
        <p:spPr>
          <a:xfrm>
            <a:off x="6172200" y="1825625"/>
            <a:ext cx="5181600" cy="2912375"/>
          </a:xfrm>
          <a:prstGeom prst="roundRect">
            <a:avLst>
              <a:gd name="adj" fmla="val 8721"/>
            </a:avLst>
          </a:prstGeom>
          <a:ln w="19050">
            <a:solidFill>
              <a:schemeClr val="accent2"/>
            </a:solidFill>
            <a:prstDash val="solid"/>
          </a:ln>
          <a:effectLst>
            <a:outerShdw blurRad="76200" dist="35921" dir="2700000" algn="ctr" rotWithShape="0">
              <a:srgbClr val="000000">
                <a:alpha val="25000"/>
              </a:srgbClr>
            </a:outerShdw>
            <a:reflection blurRad="12700" stA="35000" stPos="0" endA="0" endPos="20000" dist="50800" dir="5400000" fadeDir="5400000" sy="-100000" algn="bl" rotWithShape="0"/>
          </a:effectLst>
        </p:spPr>
      </p:pic>
    </p:spTree>
  </p:cSld>
  <p:clrMapOvr>
    <a:masterClrMapping/>
  </p:clrMapOvr>
  <p:timing>
    <p:tnLst>
      <p:par>
        <p:cTn id="1" dur="indefinite" restart="never" nodeType="tmRoot">
          <p:childTnLst>
            <p:seq concurrent="1" nextAc="seek">
              <p:cTn id="3" dur="indefinite" nodeType="mainSeq">
                <p:childTnLst>
                  <p:par>
                    <p:cTn id="4" fill="hold">
                      <p:stCondLst>
                        <p:cond delay="indefinite"/>
                        <p:cond evt="onBegin" delay="0">
                          <p:tn val="3"/>
                        </p:cond>
                      </p:stCondLst>
                      <p:childTnLst>
                        <p:par>
                          <p:cTn id="5" fill="hold">
                            <p:stCondLst>
                              <p:cond delay="0"/>
                            </p:stCondLst>
                            <p:childTnLst>
                              <p:par>
                                <p:cTn id="6" presetID="1" presetClass="mediacall" presetSubtype="0" fill="hold" nodeType="withEffect">
                                  <p:stCondLst>
                                    <p:cond delay="0"/>
                                  </p:stCondLst>
                                  <p:childTnLst>
                                    <p:cmd type="call" cmd="playFrom(0.0)">
                                      <p:cBhvr>
                                        <p:cTn id="7"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fullScrn="1">
              <p:cMediaNode vol="0">
                <p:cTn id="2" fill="hold" display="0" repeatCount="indefinite">
                  <p:stCondLst>
                    <p:cond delay="indefinite"/>
                  </p:stCondLst>
                </p:cTn>
                <p:tgtEl>
                  <p:spTgt spid="5"/>
                </p:tgtEl>
              </p:cMediaNode>
            </p:video>
          </p:childTnLst>
        </p:cTn>
      </p:par>
    </p:tnLst>
  </p:timing>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pPr>
              <a:defRPr>
                <a:solidFill>
                  <a:schemeClr val="accent6"/>
                </a:solidFill>
              </a:defRPr>
            </a:pPr>
            <a:r>
              <a:rPr>
                <a:solidFill>
                  <a:schemeClr val="accent6"/>
                </a:solidFill>
              </a:rPr>
              <a:t>Element media effects: disable inherited styling</a:t>
            </a:r>
            <a:endParaRPr>
              <a:solidFill>
                <a:schemeClr val="accent6"/>
              </a:solidFill>
            </a:endParaRPr>
          </a:p>
        </p:txBody>
      </p:sp>
      <p:sp>
        <p:nvSpPr>
          <p:cNvPr id="3" name="Content Placeholder 2"/>
          <p:cNvSpPr>
            <a:spLocks noGrp="1"/>
          </p:cNvSpPr>
          <p:nvPr>
            <p:ph idx="1"/>
          </p:nvPr>
        </p:nvSpPr>
        <p:spPr/>
        <p:txBody>
          <a:bodyPr wrap="square">
            <a:normAutofit/>
          </a:bodyPr>
          <a:lstStyle/>
          <a:p>
            <a:pPr marL="0" indent="0">
              <a:buNone/>
              <a:defRPr>
                <a:solidFill>
                  <a:schemeClr val="dk1"/>
                </a:solidFill>
              </a:defRPr>
            </a:pPr>
            <a:r>
              <a:rPr b="1" i="0">
                <a:solidFill>
                  <a:schemeClr val="accent1"/>
                </a:solidFill>
                <a:latin typeface="Consolas"/>
              </a:rPr>
              <a:t>border</a:t>
            </a:r>
            <a:r>
              <a:rPr b="0" i="0">
                <a:solidFill>
                  <a:schemeClr val="dk1"/>
                </a:solidFill>
                <a:latin typeface="Consolas"/>
              </a:rPr>
              <a:t>:</a:t>
            </a:r>
            <a:r>
              <a:rPr b="0" i="0">
                <a:solidFill>
                  <a:schemeClr val="dk1"/>
                </a:solidFill>
                <a:latin typeface="Consolas"/>
              </a:rPr>
              <a:t> </a:t>
            </a:r>
            <a:r>
              <a:rPr b="0" i="0">
                <a:solidFill>
                  <a:schemeClr val="accent2">
                    <a:lumMod val="64227"/>
                  </a:schemeClr>
                </a:solidFill>
                <a:latin typeface="Consolas"/>
              </a:rPr>
              <a:t>none</a:t>
            </a:r>
            <a:br/>
            <a:r>
              <a:rPr b="1" i="0">
                <a:solidFill>
                  <a:schemeClr val="accent1"/>
                </a:solidFill>
                <a:latin typeface="Consolas"/>
              </a:rPr>
              <a:t>border_radius</a:t>
            </a:r>
            <a:r>
              <a:rPr b="0" i="0">
                <a:solidFill>
                  <a:schemeClr val="dk1"/>
                </a:solidFill>
                <a:latin typeface="Consolas"/>
              </a:rPr>
              <a:t>:</a:t>
            </a:r>
            <a:r>
              <a:rPr b="0" i="0">
                <a:solidFill>
                  <a:schemeClr val="dk1"/>
                </a:solidFill>
                <a:latin typeface="Consolas"/>
              </a:rPr>
              <a:t> </a:t>
            </a:r>
            <a:r>
              <a:rPr b="0" i="0">
                <a:solidFill>
                  <a:schemeClr val="accent2">
                    <a:lumMod val="64227"/>
                  </a:schemeClr>
                </a:solidFill>
                <a:latin typeface="Consolas"/>
              </a:rPr>
              <a:t>0</a:t>
            </a:r>
            <a:br/>
            <a:r>
              <a:rPr b="1" i="0">
                <a:solidFill>
                  <a:schemeClr val="accent1"/>
                </a:solidFill>
                <a:latin typeface="Consolas"/>
              </a:rPr>
              <a:t>shadow</a:t>
            </a:r>
            <a:r>
              <a:rPr b="0" i="0">
                <a:solidFill>
                  <a:schemeClr val="dk1"/>
                </a:solidFill>
                <a:latin typeface="Consolas"/>
              </a:rPr>
              <a:t>:</a:t>
            </a:r>
            <a:r>
              <a:rPr b="0" i="0">
                <a:solidFill>
                  <a:schemeClr val="dk1"/>
                </a:solidFill>
                <a:latin typeface="Consolas"/>
              </a:rPr>
              <a:t> </a:t>
            </a:r>
            <a:r>
              <a:rPr b="0" i="0">
                <a:solidFill>
                  <a:schemeClr val="accent2">
                    <a:lumMod val="64227"/>
                  </a:schemeClr>
                </a:solidFill>
                <a:latin typeface="Consolas"/>
              </a:rPr>
              <a:t>none</a:t>
            </a:r>
            <a:br/>
            <a:r>
              <a:rPr b="1" i="0">
                <a:solidFill>
                  <a:schemeClr val="accent1"/>
                </a:solidFill>
                <a:latin typeface="Consolas"/>
              </a:rPr>
              <a:t>reflection</a:t>
            </a:r>
            <a:r>
              <a:rPr b="0" i="0">
                <a:solidFill>
                  <a:schemeClr val="dk1"/>
                </a:solidFill>
                <a:latin typeface="Consolas"/>
              </a:rPr>
              <a:t>:</a:t>
            </a:r>
            <a:r>
              <a:rPr b="0" i="0">
                <a:solidFill>
                  <a:schemeClr val="dk1"/>
                </a:solidFill>
                <a:latin typeface="Consolas"/>
              </a:rPr>
              <a:t> </a:t>
            </a:r>
            <a:r>
              <a:rPr b="0" i="0">
                <a:solidFill>
                  <a:schemeClr val="accent2">
                    <a:lumMod val="64227"/>
                  </a:schemeClr>
                </a:solidFill>
                <a:latin typeface="Consolas"/>
              </a:rPr>
              <a:t>none</a:t>
            </a:r>
            <a:endParaRPr>
              <a:solidFill>
                <a:schemeClr val="dk1"/>
              </a:solidFill>
            </a:endParaRPr>
          </a:p>
        </p:txBody>
      </p:sp>
      <p:pic>
        <p:nvPicPr>
          <p:cNvPr id="5" name="MarkdownSlidesImage" descr="Editable image"/>
          <p:cNvPicPr>
            <a:picLocks noChangeAspect="1"/>
          </p:cNvPicPr>
          <p:nvPr>
            <p:ph idx="2"/>
          </p:nvPr>
        </p:nvPicPr>
        <p:blipFill>
          <a:blip r:embed="rId2"/>
          <a:stretch>
            <a:fillRect/>
          </a:stretch>
        </p:blipFill>
        <p:spPr>
          <a:xfrm>
            <a:off x="6172200" y="1825625"/>
            <a:ext cx="5181600" cy="2914650"/>
          </a:xfrm>
          <a:prstGeom prst="rect">
            <a:avLst/>
          </a:prstGeom>
          <a:ln>
            <a:noFill/>
          </a:ln>
          <a:effectLst/>
        </p:spPr>
      </p:pic>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pPr>
              <a:defRPr>
                <a:solidFill>
                  <a:schemeClr val="accent6"/>
                </a:solidFill>
              </a:defRPr>
            </a:pPr>
            <a:r>
              <a:rPr>
                <a:solidFill>
                  <a:schemeClr val="accent6"/>
                </a:solidFill>
              </a:rPr>
              <a:t>Element media effects: dashed border and alpha hex</a:t>
            </a:r>
            <a:endParaRPr>
              <a:solidFill>
                <a:schemeClr val="accent6"/>
              </a:solidFill>
            </a:endParaRPr>
          </a:p>
        </p:txBody>
      </p:sp>
      <p:sp>
        <p:nvSpPr>
          <p:cNvPr id="3" name="Content Placeholder 2"/>
          <p:cNvSpPr>
            <a:spLocks noGrp="1"/>
          </p:cNvSpPr>
          <p:nvPr>
            <p:ph idx="1"/>
          </p:nvPr>
        </p:nvSpPr>
        <p:spPr/>
        <p:txBody>
          <a:bodyPr wrap="square">
            <a:normAutofit/>
          </a:bodyPr>
          <a:lstStyle/>
          <a:p>
            <a:pPr marL="0" indent="0">
              <a:buNone/>
              <a:defRPr>
                <a:solidFill>
                  <a:schemeClr val="dk1"/>
                </a:solidFill>
              </a:defRPr>
            </a:pPr>
            <a:r>
              <a:rPr b="1" i="0">
                <a:solidFill>
                  <a:schemeClr val="accent1"/>
                </a:solidFill>
                <a:latin typeface="Consolas"/>
              </a:rPr>
              <a:t>border</a:t>
            </a:r>
            <a:r>
              <a:rPr b="0" i="0">
                <a:solidFill>
                  <a:schemeClr val="dk1"/>
                </a:solidFill>
                <a:latin typeface="Consolas"/>
              </a:rPr>
              <a:t>:</a:t>
            </a:r>
            <a:r>
              <a:rPr b="0" i="0">
                <a:solidFill>
                  <a:schemeClr val="dk1"/>
                </a:solidFill>
                <a:latin typeface="Consolas"/>
              </a:rPr>
              <a:t> </a:t>
            </a:r>
            <a:r>
              <a:rPr b="0" i="0">
                <a:solidFill>
                  <a:schemeClr val="accent2">
                    <a:lumMod val="64227"/>
                  </a:schemeClr>
                </a:solidFill>
                <a:latin typeface="Consolas"/>
              </a:rPr>
              <a:t>'</a:t>
            </a:r>
            <a:r>
              <a:rPr b="0" i="0">
                <a:solidFill>
                  <a:schemeClr val="accent2">
                    <a:lumMod val="64227"/>
                  </a:schemeClr>
                </a:solidFill>
                <a:latin typeface="Consolas"/>
              </a:rPr>
              <a:t>2px</a:t>
            </a:r>
            <a:r>
              <a:rPr b="0" i="0">
                <a:solidFill>
                  <a:schemeClr val="dk1"/>
                </a:solidFill>
                <a:latin typeface="Consolas"/>
              </a:rPr>
              <a:t> </a:t>
            </a:r>
            <a:r>
              <a:rPr b="0" i="0">
                <a:solidFill>
                  <a:schemeClr val="accent2">
                    <a:lumMod val="64227"/>
                  </a:schemeClr>
                </a:solidFill>
                <a:latin typeface="Consolas"/>
              </a:rPr>
              <a:t>dashed</a:t>
            </a:r>
            <a:r>
              <a:rPr b="0" i="0">
                <a:solidFill>
                  <a:schemeClr val="dk1"/>
                </a:solidFill>
                <a:latin typeface="Consolas"/>
              </a:rPr>
              <a:t> </a:t>
            </a:r>
            <a:r>
              <a:rPr b="0" i="0">
                <a:solidFill>
                  <a:schemeClr val="accent2">
                    <a:lumMod val="64227"/>
                  </a:schemeClr>
                </a:solidFill>
                <a:latin typeface="Consolas"/>
              </a:rPr>
              <a:t>#1234</a:t>
            </a:r>
            <a:r>
              <a:rPr b="0" i="0">
                <a:solidFill>
                  <a:schemeClr val="accent2">
                    <a:lumMod val="64227"/>
                  </a:schemeClr>
                </a:solidFill>
                <a:latin typeface="Consolas"/>
              </a:rPr>
              <a:t>'</a:t>
            </a:r>
            <a:br/>
            <a:r>
              <a:rPr b="1" i="0">
                <a:solidFill>
                  <a:schemeClr val="accent1"/>
                </a:solidFill>
                <a:latin typeface="Consolas"/>
              </a:rPr>
              <a:t>border_radius</a:t>
            </a:r>
            <a:r>
              <a:rPr b="0" i="0">
                <a:solidFill>
                  <a:schemeClr val="dk1"/>
                </a:solidFill>
                <a:latin typeface="Consolas"/>
              </a:rPr>
              <a:t>:</a:t>
            </a:r>
            <a:r>
              <a:rPr b="0" i="0">
                <a:solidFill>
                  <a:schemeClr val="dk1"/>
                </a:solidFill>
                <a:latin typeface="Consolas"/>
              </a:rPr>
              <a:t> </a:t>
            </a:r>
            <a:r>
              <a:rPr b="0" i="0">
                <a:solidFill>
                  <a:schemeClr val="accent2">
                    <a:lumMod val="64227"/>
                  </a:schemeClr>
                </a:solidFill>
                <a:latin typeface="Consolas"/>
              </a:rPr>
              <a:t>0.1in</a:t>
            </a:r>
            <a:br/>
            <a:r>
              <a:rPr b="1" i="0">
                <a:solidFill>
                  <a:schemeClr val="accent1"/>
                </a:solidFill>
                <a:latin typeface="Consolas"/>
              </a:rPr>
              <a:t>shadow</a:t>
            </a:r>
            <a:r>
              <a:rPr b="0" i="0">
                <a:solidFill>
                  <a:schemeClr val="dk1"/>
                </a:solidFill>
                <a:latin typeface="Consolas"/>
              </a:rPr>
              <a:t>:</a:t>
            </a:r>
            <a:r>
              <a:rPr b="0" i="0">
                <a:solidFill>
                  <a:schemeClr val="dk1"/>
                </a:solidFill>
                <a:latin typeface="Consolas"/>
              </a:rPr>
              <a:t> </a:t>
            </a:r>
            <a:r>
              <a:rPr b="0" i="0">
                <a:solidFill>
                  <a:schemeClr val="accent2">
                    <a:lumMod val="64227"/>
                  </a:schemeClr>
                </a:solidFill>
                <a:latin typeface="Consolas"/>
              </a:rPr>
              <a:t>'</a:t>
            </a:r>
            <a:r>
              <a:rPr b="0" i="0">
                <a:solidFill>
                  <a:schemeClr val="accent2">
                    <a:lumMod val="64227"/>
                  </a:schemeClr>
                </a:solidFill>
                <a:latin typeface="Consolas"/>
              </a:rPr>
              <a:t>0</a:t>
            </a:r>
            <a:r>
              <a:rPr b="0" i="0">
                <a:solidFill>
                  <a:schemeClr val="dk1"/>
                </a:solidFill>
                <a:latin typeface="Consolas"/>
              </a:rPr>
              <a:t> </a:t>
            </a:r>
            <a:r>
              <a:rPr b="0" i="0">
                <a:solidFill>
                  <a:schemeClr val="accent2">
                    <a:lumMod val="64227"/>
                  </a:schemeClr>
                </a:solidFill>
                <a:latin typeface="Consolas"/>
              </a:rPr>
              <a:t>2pt</a:t>
            </a:r>
            <a:r>
              <a:rPr b="0" i="0">
                <a:solidFill>
                  <a:schemeClr val="dk1"/>
                </a:solidFill>
                <a:latin typeface="Consolas"/>
              </a:rPr>
              <a:t> </a:t>
            </a:r>
            <a:r>
              <a:rPr b="0" i="0">
                <a:solidFill>
                  <a:schemeClr val="accent2">
                    <a:lumMod val="64227"/>
                  </a:schemeClr>
                </a:solidFill>
                <a:latin typeface="Consolas"/>
              </a:rPr>
              <a:t>#00000040</a:t>
            </a:r>
            <a:r>
              <a:rPr b="0" i="0">
                <a:solidFill>
                  <a:schemeClr val="accent2">
                    <a:lumMod val="64227"/>
                  </a:schemeClr>
                </a:solidFill>
                <a:latin typeface="Consolas"/>
              </a:rPr>
              <a:t>'</a:t>
            </a:r>
            <a:br/>
            <a:r>
              <a:rPr b="1" i="0">
                <a:solidFill>
                  <a:schemeClr val="accent1"/>
                </a:solidFill>
                <a:latin typeface="Consolas"/>
              </a:rPr>
              <a:t>reflection</a:t>
            </a:r>
            <a:r>
              <a:rPr b="0" i="0">
                <a:solidFill>
                  <a:schemeClr val="dk1"/>
                </a:solidFill>
                <a:latin typeface="Consolas"/>
              </a:rPr>
              <a:t>:</a:t>
            </a:r>
            <a:r>
              <a:rPr b="0" i="0">
                <a:solidFill>
                  <a:schemeClr val="dk1"/>
                </a:solidFill>
                <a:latin typeface="Consolas"/>
              </a:rPr>
              <a:t> </a:t>
            </a:r>
            <a:r>
              <a:rPr b="0" i="0">
                <a:solidFill>
                  <a:schemeClr val="accent2">
                    <a:lumMod val="64227"/>
                  </a:schemeClr>
                </a:solidFill>
                <a:latin typeface="Consolas"/>
              </a:rPr>
              <a:t>4pt</a:t>
            </a:r>
            <a:endParaRPr>
              <a:solidFill>
                <a:schemeClr val="dk1"/>
              </a:solidFill>
            </a:endParaRPr>
          </a:p>
        </p:txBody>
      </p:sp>
      <p:pic>
        <p:nvPicPr>
          <p:cNvPr id="5" name="MarkdownSlidesImage" descr="Editable image"/>
          <p:cNvPicPr>
            <a:picLocks noChangeAspect="1"/>
          </p:cNvPicPr>
          <p:nvPr>
            <p:ph idx="2"/>
          </p:nvPr>
        </p:nvPicPr>
        <p:blipFill>
          <a:blip r:embed="rId2"/>
          <a:stretch>
            <a:fillRect/>
          </a:stretch>
        </p:blipFill>
        <p:spPr>
          <a:xfrm>
            <a:off x="6172200" y="1825625"/>
            <a:ext cx="5181600" cy="2914650"/>
          </a:xfrm>
          <a:prstGeom prst="roundRect">
            <a:avLst>
              <a:gd name="adj" fmla="val 3137"/>
            </a:avLst>
          </a:prstGeom>
          <a:ln w="19050">
            <a:solidFill>
              <a:srgbClr val="112233">
                <a:alpha val="26667"/>
              </a:srgbClr>
            </a:solidFill>
            <a:prstDash val="dash"/>
          </a:ln>
          <a:effectLst>
            <a:outerShdw blurRad="0" dist="25400" dir="5400000" algn="ctr" rotWithShape="0">
              <a:srgbClr val="000000">
                <a:alpha val="25098"/>
              </a:srgbClr>
            </a:outerShdw>
            <a:reflection blurRad="12700" stA="35000" stPos="0" endA="0" endPos="30000" dist="50800" dir="5400000" fadeDir="5400000" sy="-100000" algn="bl" rotWithShape="0"/>
          </a:effectLst>
        </p:spPr>
      </p:pic>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pPr>
              <a:defRPr>
                <a:solidFill>
                  <a:schemeClr val="accent6"/>
                </a:solidFill>
              </a:defRPr>
            </a:pPr>
            <a:r>
              <a:rPr>
                <a:solidFill>
                  <a:schemeClr val="accent6"/>
                </a:solidFill>
              </a:rPr>
              <a:t>Element media effects: dotted border and signed shadow</a:t>
            </a:r>
            <a:endParaRPr>
              <a:solidFill>
                <a:schemeClr val="accent6"/>
              </a:solidFill>
            </a:endParaRPr>
          </a:p>
        </p:txBody>
      </p:sp>
      <p:sp>
        <p:nvSpPr>
          <p:cNvPr id="3" name="Content Placeholder 2"/>
          <p:cNvSpPr>
            <a:spLocks noGrp="1"/>
          </p:cNvSpPr>
          <p:nvPr>
            <p:ph idx="1"/>
          </p:nvPr>
        </p:nvSpPr>
        <p:spPr/>
        <p:txBody>
          <a:bodyPr wrap="square">
            <a:normAutofit/>
          </a:bodyPr>
          <a:lstStyle/>
          <a:p>
            <a:pPr marL="0" indent="0">
              <a:buNone/>
              <a:defRPr>
                <a:solidFill>
                  <a:schemeClr val="dk1"/>
                </a:solidFill>
              </a:defRPr>
            </a:pPr>
            <a:r>
              <a:rPr b="1" i="0">
                <a:solidFill>
                  <a:schemeClr val="accent1"/>
                </a:solidFill>
                <a:latin typeface="Consolas"/>
              </a:rPr>
              <a:t>border</a:t>
            </a:r>
            <a:r>
              <a:rPr b="0" i="0">
                <a:solidFill>
                  <a:schemeClr val="dk1"/>
                </a:solidFill>
                <a:latin typeface="Consolas"/>
              </a:rPr>
              <a:t>:</a:t>
            </a:r>
            <a:r>
              <a:rPr b="0" i="0">
                <a:solidFill>
                  <a:schemeClr val="dk1"/>
                </a:solidFill>
                <a:latin typeface="Consolas"/>
              </a:rPr>
              <a:t> </a:t>
            </a:r>
            <a:r>
              <a:rPr b="0" i="0">
                <a:solidFill>
                  <a:schemeClr val="accent2">
                    <a:lumMod val="64227"/>
                  </a:schemeClr>
                </a:solidFill>
                <a:latin typeface="Consolas"/>
              </a:rPr>
              <a:t>1pt</a:t>
            </a:r>
            <a:r>
              <a:rPr b="0" i="0">
                <a:solidFill>
                  <a:schemeClr val="accent2">
                    <a:lumMod val="64227"/>
                  </a:schemeClr>
                </a:solidFill>
                <a:latin typeface="Consolas"/>
              </a:rPr>
              <a:t> </a:t>
            </a:r>
            <a:r>
              <a:rPr b="0" i="0">
                <a:solidFill>
                  <a:schemeClr val="accent2">
                    <a:lumMod val="64227"/>
                  </a:schemeClr>
                </a:solidFill>
                <a:latin typeface="Consolas"/>
              </a:rPr>
              <a:t>dotted</a:t>
            </a:r>
            <a:r>
              <a:rPr b="0" i="0">
                <a:solidFill>
                  <a:schemeClr val="accent2">
                    <a:lumMod val="64227"/>
                  </a:schemeClr>
                </a:solidFill>
                <a:latin typeface="Consolas"/>
              </a:rPr>
              <a:t> </a:t>
            </a:r>
            <a:r>
              <a:rPr b="0" i="0">
                <a:solidFill>
                  <a:schemeClr val="accent2">
                    <a:lumMod val="64227"/>
                  </a:schemeClr>
                </a:solidFill>
                <a:latin typeface="Consolas"/>
              </a:rPr>
              <a:t>rgb(29,</a:t>
            </a:r>
            <a:r>
              <a:rPr b="0" i="0">
                <a:solidFill>
                  <a:schemeClr val="accent2">
                    <a:lumMod val="64227"/>
                  </a:schemeClr>
                </a:solidFill>
                <a:latin typeface="Consolas"/>
              </a:rPr>
              <a:t> </a:t>
            </a:r>
            <a:r>
              <a:rPr b="0" i="0">
                <a:solidFill>
                  <a:schemeClr val="accent2">
                    <a:lumMod val="64227"/>
                  </a:schemeClr>
                </a:solidFill>
                <a:latin typeface="Consolas"/>
              </a:rPr>
              <a:t>111,</a:t>
            </a:r>
            <a:r>
              <a:rPr b="0" i="0">
                <a:solidFill>
                  <a:schemeClr val="accent2">
                    <a:lumMod val="64227"/>
                  </a:schemeClr>
                </a:solidFill>
                <a:latin typeface="Consolas"/>
              </a:rPr>
              <a:t> </a:t>
            </a:r>
            <a:r>
              <a:rPr b="0" i="0">
                <a:solidFill>
                  <a:schemeClr val="accent2">
                    <a:lumMod val="64227"/>
                  </a:schemeClr>
                </a:solidFill>
                <a:latin typeface="Consolas"/>
              </a:rPr>
              <a:t>168)</a:t>
            </a:r>
            <a:br/>
            <a:r>
              <a:rPr b="1" i="0">
                <a:solidFill>
                  <a:schemeClr val="accent1"/>
                </a:solidFill>
                <a:latin typeface="Consolas"/>
              </a:rPr>
              <a:t>border_radius</a:t>
            </a:r>
            <a:r>
              <a:rPr b="0" i="0">
                <a:solidFill>
                  <a:schemeClr val="dk1"/>
                </a:solidFill>
                <a:latin typeface="Consolas"/>
              </a:rPr>
              <a:t>:</a:t>
            </a:r>
            <a:r>
              <a:rPr b="0" i="0">
                <a:solidFill>
                  <a:schemeClr val="dk1"/>
                </a:solidFill>
                <a:latin typeface="Consolas"/>
              </a:rPr>
              <a:t> </a:t>
            </a:r>
            <a:r>
              <a:rPr b="0" i="0">
                <a:solidFill>
                  <a:schemeClr val="accent2">
                    <a:lumMod val="64227"/>
                  </a:schemeClr>
                </a:solidFill>
                <a:latin typeface="Consolas"/>
              </a:rPr>
              <a:t>8px</a:t>
            </a:r>
            <a:br/>
            <a:r>
              <a:rPr b="1" i="0">
                <a:solidFill>
                  <a:schemeClr val="accent1"/>
                </a:solidFill>
                <a:latin typeface="Consolas"/>
              </a:rPr>
              <a:t>shadow</a:t>
            </a:r>
            <a:r>
              <a:rPr b="0" i="0">
                <a:solidFill>
                  <a:schemeClr val="dk1"/>
                </a:solidFill>
                <a:latin typeface="Consolas"/>
              </a:rPr>
              <a:t>:</a:t>
            </a:r>
            <a:r>
              <a:rPr b="0" i="0">
                <a:solidFill>
                  <a:schemeClr val="dk1"/>
                </a:solidFill>
                <a:latin typeface="Consolas"/>
              </a:rPr>
              <a:t> </a:t>
            </a:r>
            <a:r>
              <a:rPr b="0" i="0">
                <a:solidFill>
                  <a:schemeClr val="accent2">
                    <a:lumMod val="64227"/>
                  </a:schemeClr>
                </a:solidFill>
                <a:latin typeface="Consolas"/>
              </a:rPr>
              <a:t>-2pt</a:t>
            </a:r>
            <a:r>
              <a:rPr b="0" i="0">
                <a:solidFill>
                  <a:schemeClr val="accent2">
                    <a:lumMod val="64227"/>
                  </a:schemeClr>
                </a:solidFill>
                <a:latin typeface="Consolas"/>
              </a:rPr>
              <a:t> </a:t>
            </a:r>
            <a:r>
              <a:rPr b="0" i="0">
                <a:solidFill>
                  <a:schemeClr val="accent2">
                    <a:lumMod val="64227"/>
                  </a:schemeClr>
                </a:solidFill>
                <a:latin typeface="Consolas"/>
              </a:rPr>
              <a:t>-2pt</a:t>
            </a:r>
            <a:r>
              <a:rPr b="0" i="0">
                <a:solidFill>
                  <a:schemeClr val="accent2">
                    <a:lumMod val="64227"/>
                  </a:schemeClr>
                </a:solidFill>
                <a:latin typeface="Consolas"/>
              </a:rPr>
              <a:t> </a:t>
            </a:r>
            <a:r>
              <a:rPr b="0" i="0">
                <a:solidFill>
                  <a:schemeClr val="accent2">
                    <a:lumMod val="64227"/>
                  </a:schemeClr>
                </a:solidFill>
                <a:latin typeface="Consolas"/>
              </a:rPr>
              <a:t>4pt</a:t>
            </a:r>
            <a:r>
              <a:rPr b="0" i="0">
                <a:solidFill>
                  <a:schemeClr val="accent2">
                    <a:lumMod val="64227"/>
                  </a:schemeClr>
                </a:solidFill>
                <a:latin typeface="Consolas"/>
              </a:rPr>
              <a:t> </a:t>
            </a:r>
            <a:r>
              <a:rPr b="0" i="0">
                <a:solidFill>
                  <a:schemeClr val="accent2">
                    <a:lumMod val="64227"/>
                  </a:schemeClr>
                </a:solidFill>
                <a:latin typeface="Consolas"/>
              </a:rPr>
              <a:t>var(--accent-2)</a:t>
            </a:r>
            <a:br/>
            <a:r>
              <a:rPr b="1" i="0">
                <a:solidFill>
                  <a:schemeClr val="accent1"/>
                </a:solidFill>
                <a:latin typeface="Consolas"/>
              </a:rPr>
              <a:t>reflection</a:t>
            </a:r>
            <a:r>
              <a:rPr b="0" i="0">
                <a:solidFill>
                  <a:schemeClr val="dk1"/>
                </a:solidFill>
                <a:latin typeface="Consolas"/>
              </a:rPr>
              <a:t>:</a:t>
            </a:r>
            <a:r>
              <a:rPr b="0" i="0">
                <a:solidFill>
                  <a:schemeClr val="dk1"/>
                </a:solidFill>
                <a:latin typeface="Consolas"/>
              </a:rPr>
              <a:t> </a:t>
            </a:r>
            <a:r>
              <a:rPr b="0" i="0">
                <a:solidFill>
                  <a:schemeClr val="accent2">
                    <a:lumMod val="64227"/>
                  </a:schemeClr>
                </a:solidFill>
                <a:latin typeface="Consolas"/>
              </a:rPr>
              <a:t>2px</a:t>
            </a:r>
            <a:r>
              <a:rPr b="0" i="0">
                <a:solidFill>
                  <a:schemeClr val="accent2">
                    <a:lumMod val="64227"/>
                  </a:schemeClr>
                </a:solidFill>
                <a:latin typeface="Consolas"/>
              </a:rPr>
              <a:t> </a:t>
            </a:r>
            <a:r>
              <a:rPr b="0" i="0">
                <a:solidFill>
                  <a:schemeClr val="accent2">
                    <a:lumMod val="64227"/>
                  </a:schemeClr>
                </a:solidFill>
                <a:latin typeface="Consolas"/>
              </a:rPr>
              <a:t>40%</a:t>
            </a:r>
            <a:endParaRPr>
              <a:solidFill>
                <a:schemeClr val="dk1"/>
              </a:solidFill>
            </a:endParaRPr>
          </a:p>
        </p:txBody>
      </p:sp>
      <p:pic>
        <p:nvPicPr>
          <p:cNvPr id="5" name="MarkdownSlidesImage" descr="Editable image"/>
          <p:cNvPicPr>
            <a:picLocks noChangeAspect="1"/>
          </p:cNvPicPr>
          <p:nvPr>
            <p:ph idx="2"/>
          </p:nvPr>
        </p:nvPicPr>
        <p:blipFill>
          <a:blip r:embed="rId2"/>
          <a:stretch>
            <a:fillRect/>
          </a:stretch>
        </p:blipFill>
        <p:spPr>
          <a:xfrm>
            <a:off x="6172200" y="1825625"/>
            <a:ext cx="5181600" cy="2914650"/>
          </a:xfrm>
          <a:prstGeom prst="roundRect">
            <a:avLst>
              <a:gd name="adj" fmla="val 2614"/>
            </a:avLst>
          </a:prstGeom>
          <a:ln w="12700">
            <a:solidFill>
              <a:srgbClr val="1D6FA8"/>
            </a:solidFill>
            <a:prstDash val="sysDot"/>
          </a:ln>
          <a:effectLst>
            <a:outerShdw blurRad="50800" dist="35921" dir="13500000" algn="ctr" rotWithShape="0">
              <a:schemeClr val="accent2"/>
            </a:outerShdw>
            <a:reflection blurRad="12700" stA="35000" stPos="0" endA="0" endPos="40000" dist="19050" dir="5400000" fadeDir="5400000" sy="-100000" algn="bl" rotWithShape="0"/>
          </a:effectLst>
        </p:spPr>
      </p:pic>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pPr>
              <a:defRPr>
                <a:solidFill>
                  <a:schemeClr val="accent6"/>
                </a:solidFill>
              </a:defRPr>
            </a:pPr>
            <a:r>
              <a:rPr>
                <a:solidFill>
                  <a:schemeClr val="accent6"/>
                </a:solidFill>
              </a:rPr>
              <a:t>Element media effects: radius clamping</a:t>
            </a:r>
            <a:endParaRPr>
              <a:solidFill>
                <a:schemeClr val="accent6"/>
              </a:solidFill>
            </a:endParaRPr>
          </a:p>
        </p:txBody>
      </p:sp>
      <p:sp>
        <p:nvSpPr>
          <p:cNvPr id="3" name="Content Placeholder 2"/>
          <p:cNvSpPr>
            <a:spLocks noGrp="1"/>
          </p:cNvSpPr>
          <p:nvPr>
            <p:ph idx="1"/>
          </p:nvPr>
        </p:nvSpPr>
        <p:spPr/>
        <p:txBody>
          <a:bodyPr wrap="square">
            <a:normAutofit/>
          </a:bodyPr>
          <a:lstStyle/>
          <a:p>
            <a:pPr marL="0" indent="0">
              <a:buNone/>
              <a:defRPr>
                <a:solidFill>
                  <a:schemeClr val="dk1"/>
                </a:solidFill>
              </a:defRPr>
            </a:pPr>
            <a:r>
              <a:rPr b="1" i="0">
                <a:solidFill>
                  <a:schemeClr val="accent1"/>
                </a:solidFill>
                <a:latin typeface="Consolas"/>
              </a:rPr>
              <a:t>border_radius</a:t>
            </a:r>
            <a:r>
              <a:rPr b="0" i="0">
                <a:solidFill>
                  <a:schemeClr val="dk1"/>
                </a:solidFill>
                <a:latin typeface="Consolas"/>
              </a:rPr>
              <a:t>:</a:t>
            </a:r>
            <a:r>
              <a:rPr b="0" i="0">
                <a:solidFill>
                  <a:schemeClr val="dk1"/>
                </a:solidFill>
                <a:latin typeface="Consolas"/>
              </a:rPr>
              <a:t> </a:t>
            </a:r>
            <a:r>
              <a:rPr b="0" i="0">
                <a:solidFill>
                  <a:schemeClr val="accent2">
                    <a:lumMod val="64227"/>
                  </a:schemeClr>
                </a:solidFill>
                <a:latin typeface="Consolas"/>
              </a:rPr>
              <a:t>100in</a:t>
            </a:r>
            <a:br/>
            <a:r>
              <a:rPr b="1" i="0">
                <a:solidFill>
                  <a:schemeClr val="accent1"/>
                </a:solidFill>
                <a:latin typeface="Consolas"/>
              </a:rPr>
              <a:t>border</a:t>
            </a:r>
            <a:r>
              <a:rPr b="0" i="0">
                <a:solidFill>
                  <a:schemeClr val="dk1"/>
                </a:solidFill>
                <a:latin typeface="Consolas"/>
              </a:rPr>
              <a:t>:</a:t>
            </a:r>
            <a:r>
              <a:rPr b="0" i="0">
                <a:solidFill>
                  <a:schemeClr val="dk1"/>
                </a:solidFill>
                <a:latin typeface="Consolas"/>
              </a:rPr>
              <a:t> </a:t>
            </a:r>
            <a:r>
              <a:rPr b="0" i="0">
                <a:solidFill>
                  <a:schemeClr val="accent2">
                    <a:lumMod val="64227"/>
                  </a:schemeClr>
                </a:solidFill>
                <a:latin typeface="Consolas"/>
              </a:rPr>
              <a:t>none</a:t>
            </a:r>
            <a:br/>
            <a:r>
              <a:rPr b="1" i="0">
                <a:solidFill>
                  <a:schemeClr val="accent1"/>
                </a:solidFill>
                <a:latin typeface="Consolas"/>
              </a:rPr>
              <a:t>reflection</a:t>
            </a:r>
            <a:r>
              <a:rPr b="0" i="0">
                <a:solidFill>
                  <a:schemeClr val="dk1"/>
                </a:solidFill>
                <a:latin typeface="Consolas"/>
              </a:rPr>
              <a:t>:</a:t>
            </a:r>
            <a:r>
              <a:rPr b="0" i="0">
                <a:solidFill>
                  <a:schemeClr val="dk1"/>
                </a:solidFill>
                <a:latin typeface="Consolas"/>
              </a:rPr>
              <a:t> </a:t>
            </a:r>
            <a:r>
              <a:rPr b="0" i="0">
                <a:solidFill>
                  <a:schemeClr val="accent2">
                    <a:lumMod val="64227"/>
                  </a:schemeClr>
                </a:solidFill>
                <a:latin typeface="Consolas"/>
              </a:rPr>
              <a:t>none</a:t>
            </a:r>
            <a:endParaRPr>
              <a:solidFill>
                <a:schemeClr val="dk1"/>
              </a:solidFill>
            </a:endParaRPr>
          </a:p>
        </p:txBody>
      </p:sp>
      <p:pic>
        <p:nvPicPr>
          <p:cNvPr id="5" name="MarkdownSlidesImage" descr="Editable image"/>
          <p:cNvPicPr>
            <a:picLocks noChangeAspect="1"/>
          </p:cNvPicPr>
          <p:nvPr>
            <p:ph idx="2"/>
          </p:nvPr>
        </p:nvPicPr>
        <p:blipFill>
          <a:blip r:embed="rId2"/>
          <a:stretch>
            <a:fillRect/>
          </a:stretch>
        </p:blipFill>
        <p:spPr>
          <a:xfrm>
            <a:off x="6172200" y="1825625"/>
            <a:ext cx="5181600" cy="2914650"/>
          </a:xfrm>
          <a:prstGeom prst="roundRect">
            <a:avLst>
              <a:gd name="adj" fmla="val 50000"/>
            </a:avLst>
          </a:prstGeom>
          <a:ln>
            <a:noFill/>
          </a:ln>
          <a:effectLst>
            <a:outerShdw blurRad="76200" dist="35921" dir="2700000" algn="ctr" rotWithShape="0">
              <a:srgbClr val="000000">
                <a:alpha val="25000"/>
              </a:srgbClr>
            </a:outerShdw>
          </a:effectLst>
        </p:spPr>
      </p:pic>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pPr>
              <a:defRPr>
                <a:solidFill>
                  <a:schemeClr val="accent6"/>
                </a:solidFill>
              </a:defRPr>
            </a:pPr>
            <a:r>
              <a:rPr>
                <a:solidFill>
                  <a:schemeClr val="accent6"/>
                </a:solidFill>
              </a:rPr>
              <a:t>Element table effects: solid perimeter</a:t>
            </a:r>
            <a:endParaRPr>
              <a:solidFill>
                <a:schemeClr val="accent6"/>
              </a:solidFill>
            </a:endParaRPr>
          </a:p>
        </p:txBody>
      </p:sp>
      <p:sp>
        <p:nvSpPr>
          <p:cNvPr id="3" name="Content Placeholder 2"/>
          <p:cNvSpPr>
            <a:spLocks noGrp="1"/>
          </p:cNvSpPr>
          <p:nvPr>
            <p:ph idx="1"/>
          </p:nvPr>
        </p:nvSpPr>
        <p:spPr/>
        <p:txBody>
          <a:bodyPr wrap="square">
            <a:normAutofit/>
          </a:bodyPr>
          <a:lstStyle/>
          <a:p>
            <a:pPr marL="0" indent="0">
              <a:buNone/>
              <a:defRPr>
                <a:solidFill>
                  <a:schemeClr val="dk1"/>
                </a:solidFill>
              </a:defRPr>
            </a:pPr>
            <a:r>
              <a:rPr b="1" i="0">
                <a:solidFill>
                  <a:schemeClr val="accent1"/>
                </a:solidFill>
                <a:latin typeface="Consolas"/>
              </a:rPr>
              <a:t>border</a:t>
            </a:r>
            <a:r>
              <a:rPr b="0" i="0">
                <a:solidFill>
                  <a:schemeClr val="dk1"/>
                </a:solidFill>
                <a:latin typeface="Consolas"/>
              </a:rPr>
              <a:t>:</a:t>
            </a:r>
            <a:r>
              <a:rPr b="0" i="0">
                <a:solidFill>
                  <a:schemeClr val="dk1"/>
                </a:solidFill>
                <a:latin typeface="Consolas"/>
              </a:rPr>
              <a:t> </a:t>
            </a:r>
            <a:r>
              <a:rPr b="0" i="0">
                <a:solidFill>
                  <a:schemeClr val="accent2">
                    <a:lumMod val="64227"/>
                  </a:schemeClr>
                </a:solidFill>
                <a:latin typeface="Consolas"/>
              </a:rPr>
              <a:t>2pt</a:t>
            </a:r>
            <a:r>
              <a:rPr b="0" i="0">
                <a:solidFill>
                  <a:schemeClr val="accent2">
                    <a:lumMod val="64227"/>
                  </a:schemeClr>
                </a:solidFill>
                <a:latin typeface="Consolas"/>
              </a:rPr>
              <a:t> </a:t>
            </a:r>
            <a:r>
              <a:rPr b="0" i="0">
                <a:solidFill>
                  <a:schemeClr val="accent2">
                    <a:lumMod val="64227"/>
                  </a:schemeClr>
                </a:solidFill>
                <a:latin typeface="Consolas"/>
              </a:rPr>
              <a:t>solid</a:t>
            </a:r>
            <a:r>
              <a:rPr b="0" i="0">
                <a:solidFill>
                  <a:schemeClr val="accent2">
                    <a:lumMod val="64227"/>
                  </a:schemeClr>
                </a:solidFill>
                <a:latin typeface="Consolas"/>
              </a:rPr>
              <a:t> </a:t>
            </a:r>
            <a:r>
              <a:rPr b="0" i="0">
                <a:solidFill>
                  <a:schemeClr val="accent2">
                    <a:lumMod val="64227"/>
                  </a:schemeClr>
                </a:solidFill>
                <a:latin typeface="Consolas"/>
              </a:rPr>
              <a:t>var(--accent-2)</a:t>
            </a:r>
            <a:br/>
            <a:r>
              <a:rPr b="1" i="0">
                <a:solidFill>
                  <a:schemeClr val="accent1"/>
                </a:solidFill>
                <a:latin typeface="Consolas"/>
              </a:rPr>
              <a:t>shadow</a:t>
            </a:r>
            <a:r>
              <a:rPr b="0" i="0">
                <a:solidFill>
                  <a:schemeClr val="dk1"/>
                </a:solidFill>
                <a:latin typeface="Consolas"/>
              </a:rPr>
              <a:t>:</a:t>
            </a:r>
            <a:r>
              <a:rPr b="0" i="0">
                <a:solidFill>
                  <a:schemeClr val="dk1"/>
                </a:solidFill>
                <a:latin typeface="Consolas"/>
              </a:rPr>
              <a:t> </a:t>
            </a:r>
            <a:r>
              <a:rPr b="0" i="0">
                <a:solidFill>
                  <a:schemeClr val="accent2">
                    <a:lumMod val="64227"/>
                  </a:schemeClr>
                </a:solidFill>
                <a:latin typeface="Consolas"/>
              </a:rPr>
              <a:t>2pt</a:t>
            </a:r>
            <a:r>
              <a:rPr b="0" i="0">
                <a:solidFill>
                  <a:schemeClr val="accent2">
                    <a:lumMod val="64227"/>
                  </a:schemeClr>
                </a:solidFill>
                <a:latin typeface="Consolas"/>
              </a:rPr>
              <a:t> </a:t>
            </a:r>
            <a:r>
              <a:rPr b="0" i="0">
                <a:solidFill>
                  <a:schemeClr val="accent2">
                    <a:lumMod val="64227"/>
                  </a:schemeClr>
                </a:solidFill>
                <a:latin typeface="Consolas"/>
              </a:rPr>
              <a:t>2pt</a:t>
            </a:r>
            <a:r>
              <a:rPr b="0" i="0">
                <a:solidFill>
                  <a:schemeClr val="accent2">
                    <a:lumMod val="64227"/>
                  </a:schemeClr>
                </a:solidFill>
                <a:latin typeface="Consolas"/>
              </a:rPr>
              <a:t> </a:t>
            </a:r>
            <a:r>
              <a:rPr b="0" i="0">
                <a:solidFill>
                  <a:schemeClr val="accent2">
                    <a:lumMod val="64227"/>
                  </a:schemeClr>
                </a:solidFill>
                <a:latin typeface="Consolas"/>
              </a:rPr>
              <a:t>6pt</a:t>
            </a:r>
            <a:r>
              <a:rPr b="0" i="0">
                <a:solidFill>
                  <a:schemeClr val="accent2">
                    <a:lumMod val="64227"/>
                  </a:schemeClr>
                </a:solidFill>
                <a:latin typeface="Consolas"/>
              </a:rPr>
              <a:t> </a:t>
            </a:r>
            <a:r>
              <a:rPr b="0" i="0">
                <a:solidFill>
                  <a:schemeClr val="accent2">
                    <a:lumMod val="64227"/>
                  </a:schemeClr>
                </a:solidFill>
                <a:latin typeface="Consolas"/>
              </a:rPr>
              <a:t>rgba(0,</a:t>
            </a:r>
            <a:r>
              <a:rPr b="0" i="0">
                <a:solidFill>
                  <a:schemeClr val="accent2">
                    <a:lumMod val="64227"/>
                  </a:schemeClr>
                </a:solidFill>
                <a:latin typeface="Consolas"/>
              </a:rPr>
              <a:t> </a:t>
            </a:r>
            <a:r>
              <a:rPr b="0" i="0">
                <a:solidFill>
                  <a:schemeClr val="accent2">
                    <a:lumMod val="64227"/>
                  </a:schemeClr>
                </a:solidFill>
                <a:latin typeface="Consolas"/>
              </a:rPr>
              <a:t>0,</a:t>
            </a:r>
            <a:r>
              <a:rPr b="0" i="0">
                <a:solidFill>
                  <a:schemeClr val="accent2">
                    <a:lumMod val="64227"/>
                  </a:schemeClr>
                </a:solidFill>
                <a:latin typeface="Consolas"/>
              </a:rPr>
              <a:t> </a:t>
            </a:r>
            <a:r>
              <a:rPr b="0" i="0">
                <a:solidFill>
                  <a:schemeClr val="accent2">
                    <a:lumMod val="64227"/>
                  </a:schemeClr>
                </a:solidFill>
                <a:latin typeface="Consolas"/>
              </a:rPr>
              <a:t>0,</a:t>
            </a:r>
            <a:r>
              <a:rPr b="0" i="0">
                <a:solidFill>
                  <a:schemeClr val="accent2">
                    <a:lumMod val="64227"/>
                  </a:schemeClr>
                </a:solidFill>
                <a:latin typeface="Consolas"/>
              </a:rPr>
              <a:t> </a:t>
            </a:r>
            <a:r>
              <a:rPr b="0" i="0">
                <a:solidFill>
                  <a:schemeClr val="accent2">
                    <a:lumMod val="64227"/>
                  </a:schemeClr>
                </a:solidFill>
                <a:latin typeface="Consolas"/>
              </a:rPr>
              <a:t>0.25)</a:t>
            </a:r>
            <a:br/>
            <a:r>
              <a:rPr b="1" i="0">
                <a:solidFill>
                  <a:schemeClr val="accent1"/>
                </a:solidFill>
                <a:latin typeface="Consolas"/>
              </a:rPr>
              <a:t>reflection</a:t>
            </a:r>
            <a:r>
              <a:rPr b="0" i="0">
                <a:solidFill>
                  <a:schemeClr val="dk1"/>
                </a:solidFill>
                <a:latin typeface="Consolas"/>
              </a:rPr>
              <a:t>:</a:t>
            </a:r>
            <a:r>
              <a:rPr b="0" i="0">
                <a:solidFill>
                  <a:schemeClr val="dk1"/>
                </a:solidFill>
                <a:latin typeface="Consolas"/>
              </a:rPr>
              <a:t> </a:t>
            </a:r>
            <a:r>
              <a:rPr b="0" i="0">
                <a:solidFill>
                  <a:schemeClr val="accent2">
                    <a:lumMod val="64227"/>
                  </a:schemeClr>
                </a:solidFill>
                <a:latin typeface="Consolas"/>
              </a:rPr>
              <a:t>4pt</a:t>
            </a:r>
            <a:r>
              <a:rPr b="0" i="0">
                <a:solidFill>
                  <a:schemeClr val="accent2">
                    <a:lumMod val="64227"/>
                  </a:schemeClr>
                </a:solidFill>
                <a:latin typeface="Consolas"/>
              </a:rPr>
              <a:t> </a:t>
            </a:r>
            <a:r>
              <a:rPr b="0" i="0">
                <a:solidFill>
                  <a:schemeClr val="accent2">
                    <a:lumMod val="64227"/>
                  </a:schemeClr>
                </a:solidFill>
                <a:latin typeface="Consolas"/>
              </a:rPr>
              <a:t>30%</a:t>
            </a:r>
            <a:endParaRPr>
              <a:solidFill>
                <a:schemeClr val="dk1"/>
              </a:solidFill>
            </a:endParaRPr>
          </a:p>
        </p:txBody>
      </p:sp>
      <p:graphicFrame>
        <p:nvGraphicFramePr>
          <p:cNvPr id="5" name="MarkdownSlidesTable"/>
          <p:cNvGraphicFramePr>
            <a:graphicFrameLocks noGrp="1"/>
          </p:cNvGraphicFramePr>
          <p:nvPr>
            <p:ph idx="2"/>
          </p:nvPr>
        </p:nvGraphicFramePr>
        <p:xfrm>
          <a:off x="6172200" y="1825625"/>
          <a:ext cx="5181600" cy="0"/>
        </p:xfrm>
        <a:graphic>
          <a:graphicData uri="http://schemas.openxmlformats.org/drawingml/2006/table">
            <a:tbl>
              <a:tblPr firstRow="1" bandRow="1">
                <a:effectLst>
                  <a:outerShdw blurRad="76200" dist="35921" dir="2700000" algn="ctr" rotWithShape="0">
                    <a:srgbClr val="000000">
                      <a:alpha val="25000"/>
                    </a:srgbClr>
                  </a:outerShdw>
                  <a:reflection blurRad="12700" stA="35000" stPos="0" endA="0" endPos="30000" dist="50800" dir="5400000" fadeDir="5400000" sy="-100000" algn="bl" rotWithShape="0"/>
                </a:effectLst>
                <a:tableStyleId>{B301B821-A1FF-4177-AEE7-76D212191A09}</a:tableStyleId>
              </a:tblPr>
              <a:tblGrid>
                <a:gridCol w="2590800"/>
                <a:gridCol w="2590800"/>
              </a:tblGrid>
              <a:tr h="0">
                <a:tc>
                  <a:txBody>
                    <a:bodyPr wrap="square"/>
                    <a:lstStyle/>
                    <a:p>
                      <a:pPr algn="l"/>
                      <a:r>
                        <a:t>Item</a:t>
                      </a:r>
                    </a:p>
                  </a:txBody>
                  <a:tcPr anchor="ctr">
                    <a:lnL w="25400">
                      <a:solidFill>
                        <a:schemeClr val="accent2"/>
                      </a:solidFill>
                      <a:prstDash val="solid"/>
                    </a:lnL>
                    <a:lnT w="25400">
                      <a:solidFill>
                        <a:schemeClr val="accent2"/>
                      </a:solidFill>
                      <a:prstDash val="solid"/>
                    </a:lnT>
                    <a:solidFill>
                      <a:schemeClr val="accent1"/>
                    </a:solidFill>
                  </a:tcPr>
                </a:tc>
                <a:tc>
                  <a:txBody>
                    <a:bodyPr wrap="square"/>
                    <a:lstStyle/>
                    <a:p>
                      <a:pPr algn="r"/>
                      <a:r>
                        <a:t>Count</a:t>
                      </a:r>
                    </a:p>
                  </a:txBody>
                  <a:tcPr anchor="ctr">
                    <a:lnR w="25400">
                      <a:solidFill>
                        <a:schemeClr val="accent2"/>
                      </a:solidFill>
                      <a:prstDash val="solid"/>
                    </a:lnR>
                    <a:lnT w="25400">
                      <a:solidFill>
                        <a:schemeClr val="accent2"/>
                      </a:solidFill>
                      <a:prstDash val="solid"/>
                    </a:lnT>
                    <a:solidFill>
                      <a:schemeClr val="accent1"/>
                    </a:solidFill>
                  </a:tcPr>
                </a:tc>
              </a:tr>
              <a:tr h="0">
                <a:tc>
                  <a:txBody>
                    <a:bodyPr wrap="square"/>
                    <a:lstStyle/>
                    <a:p>
                      <a:pPr algn="l"/>
                      <a:r>
                        <a:t>Design</a:t>
                      </a:r>
                    </a:p>
                  </a:txBody>
                  <a:tcPr anchor="ctr">
                    <a:lnL w="25400">
                      <a:solidFill>
                        <a:schemeClr val="accent2"/>
                      </a:solidFill>
                      <a:prstDash val="solid"/>
                    </a:lnL>
                    <a:solidFill>
                      <a:schemeClr val="lt2"/>
                    </a:solidFill>
                  </a:tcPr>
                </a:tc>
                <a:tc>
                  <a:txBody>
                    <a:bodyPr wrap="square"/>
                    <a:lstStyle/>
                    <a:p>
                      <a:pPr algn="r"/>
                      <a:r>
                        <a:t>3</a:t>
                      </a:r>
                    </a:p>
                  </a:txBody>
                  <a:tcPr anchor="ctr">
                    <a:lnR w="25400">
                      <a:solidFill>
                        <a:schemeClr val="accent2"/>
                      </a:solidFill>
                      <a:prstDash val="solid"/>
                    </a:lnR>
                    <a:solidFill>
                      <a:schemeClr val="lt2"/>
                    </a:solidFill>
                  </a:tcPr>
                </a:tc>
              </a:tr>
              <a:tr h="0">
                <a:tc>
                  <a:txBody>
                    <a:bodyPr wrap="square"/>
                    <a:lstStyle/>
                    <a:p>
                      <a:pPr algn="l"/>
                      <a:r>
                        <a:t>Review</a:t>
                      </a:r>
                    </a:p>
                  </a:txBody>
                  <a:tcPr anchor="ctr">
                    <a:lnL w="25400">
                      <a:solidFill>
                        <a:schemeClr val="accent2"/>
                      </a:solidFill>
                      <a:prstDash val="solid"/>
                    </a:lnL>
                    <a:lnB w="25400">
                      <a:solidFill>
                        <a:schemeClr val="accent2"/>
                      </a:solidFill>
                      <a:prstDash val="solid"/>
                    </a:lnB>
                    <a:solidFill>
                      <a:schemeClr val="lt1"/>
                    </a:solidFill>
                  </a:tcPr>
                </a:tc>
                <a:tc>
                  <a:txBody>
                    <a:bodyPr wrap="square"/>
                    <a:lstStyle/>
                    <a:p>
                      <a:pPr algn="r"/>
                      <a:r>
                        <a:t>2</a:t>
                      </a:r>
                    </a:p>
                  </a:txBody>
                  <a:tcPr anchor="ctr">
                    <a:lnR w="25400">
                      <a:solidFill>
                        <a:schemeClr val="accent2"/>
                      </a:solidFill>
                      <a:prstDash val="solid"/>
                    </a:lnR>
                    <a:lnB w="25400">
                      <a:solidFill>
                        <a:schemeClr val="accent2"/>
                      </a:solidFill>
                      <a:prstDash val="solid"/>
                    </a:lnB>
                    <a:solidFill>
                      <a:schemeClr val="lt1"/>
                    </a:solidFill>
                  </a:tcPr>
                </a:tc>
              </a:tr>
            </a:tbl>
          </a:graphicData>
        </a:graphic>
      </p:graphicFrame>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pPr>
              <a:defRPr>
                <a:solidFill>
                  <a:schemeClr val="accent6"/>
                </a:solidFill>
              </a:defRPr>
            </a:pPr>
            <a:r>
              <a:rPr>
                <a:solidFill>
                  <a:schemeClr val="accent6"/>
                </a:solidFill>
              </a:rPr>
              <a:t>Element table effects: dashed perimeter</a:t>
            </a:r>
            <a:endParaRPr>
              <a:solidFill>
                <a:schemeClr val="accent6"/>
              </a:solidFill>
            </a:endParaRPr>
          </a:p>
        </p:txBody>
      </p:sp>
      <p:sp>
        <p:nvSpPr>
          <p:cNvPr id="3" name="Content Placeholder 2"/>
          <p:cNvSpPr>
            <a:spLocks noGrp="1"/>
          </p:cNvSpPr>
          <p:nvPr>
            <p:ph idx="1"/>
          </p:nvPr>
        </p:nvSpPr>
        <p:spPr/>
        <p:txBody>
          <a:bodyPr wrap="square">
            <a:normAutofit/>
          </a:bodyPr>
          <a:lstStyle/>
          <a:p>
            <a:pPr marL="0" indent="0">
              <a:buNone/>
              <a:defRPr>
                <a:solidFill>
                  <a:schemeClr val="dk1"/>
                </a:solidFill>
              </a:defRPr>
            </a:pPr>
            <a:r>
              <a:rPr b="1" i="0">
                <a:solidFill>
                  <a:schemeClr val="accent1"/>
                </a:solidFill>
                <a:latin typeface="Consolas"/>
              </a:rPr>
              <a:t>border</a:t>
            </a:r>
            <a:r>
              <a:rPr b="0" i="0">
                <a:solidFill>
                  <a:schemeClr val="dk1"/>
                </a:solidFill>
                <a:latin typeface="Consolas"/>
              </a:rPr>
              <a:t>:</a:t>
            </a:r>
            <a:r>
              <a:rPr b="0" i="0">
                <a:solidFill>
                  <a:schemeClr val="dk1"/>
                </a:solidFill>
                <a:latin typeface="Consolas"/>
              </a:rPr>
              <a:t> </a:t>
            </a:r>
            <a:r>
              <a:rPr b="0" i="0">
                <a:solidFill>
                  <a:schemeClr val="accent2">
                    <a:lumMod val="64227"/>
                  </a:schemeClr>
                </a:solidFill>
                <a:latin typeface="Consolas"/>
              </a:rPr>
              <a:t>'</a:t>
            </a:r>
            <a:r>
              <a:rPr b="0" i="0">
                <a:solidFill>
                  <a:schemeClr val="accent2">
                    <a:lumMod val="64227"/>
                  </a:schemeClr>
                </a:solidFill>
                <a:latin typeface="Consolas"/>
              </a:rPr>
              <a:t>1pt</a:t>
            </a:r>
            <a:r>
              <a:rPr b="0" i="0">
                <a:solidFill>
                  <a:schemeClr val="dk1"/>
                </a:solidFill>
                <a:latin typeface="Consolas"/>
              </a:rPr>
              <a:t> </a:t>
            </a:r>
            <a:r>
              <a:rPr b="0" i="0">
                <a:solidFill>
                  <a:schemeClr val="accent2">
                    <a:lumMod val="64227"/>
                  </a:schemeClr>
                </a:solidFill>
                <a:latin typeface="Consolas"/>
              </a:rPr>
              <a:t>dashed</a:t>
            </a:r>
            <a:r>
              <a:rPr b="0" i="0">
                <a:solidFill>
                  <a:schemeClr val="dk1"/>
                </a:solidFill>
                <a:latin typeface="Consolas"/>
              </a:rPr>
              <a:t> </a:t>
            </a:r>
            <a:r>
              <a:rPr b="0" i="0">
                <a:solidFill>
                  <a:schemeClr val="accent2">
                    <a:lumMod val="64227"/>
                  </a:schemeClr>
                </a:solidFill>
                <a:latin typeface="Consolas"/>
              </a:rPr>
              <a:t>#12345680</a:t>
            </a:r>
            <a:r>
              <a:rPr b="0" i="0">
                <a:solidFill>
                  <a:schemeClr val="accent2">
                    <a:lumMod val="64227"/>
                  </a:schemeClr>
                </a:solidFill>
                <a:latin typeface="Consolas"/>
              </a:rPr>
              <a:t>'</a:t>
            </a:r>
            <a:br/>
            <a:r>
              <a:rPr b="1" i="0">
                <a:solidFill>
                  <a:schemeClr val="accent1"/>
                </a:solidFill>
                <a:latin typeface="Consolas"/>
              </a:rPr>
              <a:t>shadow</a:t>
            </a:r>
            <a:r>
              <a:rPr b="0" i="0">
                <a:solidFill>
                  <a:schemeClr val="dk1"/>
                </a:solidFill>
                <a:latin typeface="Consolas"/>
              </a:rPr>
              <a:t>:</a:t>
            </a:r>
            <a:r>
              <a:rPr b="0" i="0">
                <a:solidFill>
                  <a:schemeClr val="dk1"/>
                </a:solidFill>
                <a:latin typeface="Consolas"/>
              </a:rPr>
              <a:t> </a:t>
            </a:r>
            <a:r>
              <a:rPr b="0" i="0">
                <a:solidFill>
                  <a:schemeClr val="accent2">
                    <a:lumMod val="64227"/>
                  </a:schemeClr>
                </a:solidFill>
                <a:latin typeface="Consolas"/>
              </a:rPr>
              <a:t>-2pt</a:t>
            </a:r>
            <a:r>
              <a:rPr b="0" i="0">
                <a:solidFill>
                  <a:schemeClr val="accent2">
                    <a:lumMod val="64227"/>
                  </a:schemeClr>
                </a:solidFill>
                <a:latin typeface="Consolas"/>
              </a:rPr>
              <a:t> </a:t>
            </a:r>
            <a:r>
              <a:rPr b="0" i="0">
                <a:solidFill>
                  <a:schemeClr val="accent2">
                    <a:lumMod val="64227"/>
                  </a:schemeClr>
                </a:solidFill>
                <a:latin typeface="Consolas"/>
              </a:rPr>
              <a:t>3pt</a:t>
            </a:r>
            <a:r>
              <a:rPr b="0" i="0">
                <a:solidFill>
                  <a:schemeClr val="accent2">
                    <a:lumMod val="64227"/>
                  </a:schemeClr>
                </a:solidFill>
                <a:latin typeface="Consolas"/>
              </a:rPr>
              <a:t> </a:t>
            </a:r>
            <a:r>
              <a:rPr b="0" i="0">
                <a:solidFill>
                  <a:schemeClr val="accent2">
                    <a:lumMod val="64227"/>
                  </a:schemeClr>
                </a:solidFill>
                <a:latin typeface="Consolas"/>
              </a:rPr>
              <a:t>hsl(204,</a:t>
            </a:r>
            <a:r>
              <a:rPr b="0" i="0">
                <a:solidFill>
                  <a:schemeClr val="accent2">
                    <a:lumMod val="64227"/>
                  </a:schemeClr>
                </a:solidFill>
                <a:latin typeface="Consolas"/>
              </a:rPr>
              <a:t> </a:t>
            </a:r>
            <a:r>
              <a:rPr b="0" i="0">
                <a:solidFill>
                  <a:schemeClr val="accent2">
                    <a:lumMod val="64227"/>
                  </a:schemeClr>
                </a:solidFill>
                <a:latin typeface="Consolas"/>
              </a:rPr>
              <a:t>71%,</a:t>
            </a:r>
            <a:r>
              <a:rPr b="0" i="0">
                <a:solidFill>
                  <a:schemeClr val="accent2">
                    <a:lumMod val="64227"/>
                  </a:schemeClr>
                </a:solidFill>
                <a:latin typeface="Consolas"/>
              </a:rPr>
              <a:t> </a:t>
            </a:r>
            <a:r>
              <a:rPr b="0" i="0">
                <a:solidFill>
                  <a:schemeClr val="accent2">
                    <a:lumMod val="64227"/>
                  </a:schemeClr>
                </a:solidFill>
                <a:latin typeface="Consolas"/>
              </a:rPr>
              <a:t>39%)</a:t>
            </a:r>
            <a:br/>
            <a:r>
              <a:rPr b="1" i="0">
                <a:solidFill>
                  <a:schemeClr val="accent1"/>
                </a:solidFill>
                <a:latin typeface="Consolas"/>
              </a:rPr>
              <a:t>reflection</a:t>
            </a:r>
            <a:r>
              <a:rPr b="0" i="0">
                <a:solidFill>
                  <a:schemeClr val="dk1"/>
                </a:solidFill>
                <a:latin typeface="Consolas"/>
              </a:rPr>
              <a:t>:</a:t>
            </a:r>
            <a:r>
              <a:rPr b="0" i="0">
                <a:solidFill>
                  <a:schemeClr val="dk1"/>
                </a:solidFill>
                <a:latin typeface="Consolas"/>
              </a:rPr>
              <a:t> </a:t>
            </a:r>
            <a:r>
              <a:rPr b="0" i="0">
                <a:solidFill>
                  <a:schemeClr val="accent2">
                    <a:lumMod val="64227"/>
                  </a:schemeClr>
                </a:solidFill>
                <a:latin typeface="Consolas"/>
              </a:rPr>
              <a:t>2px</a:t>
            </a:r>
            <a:r>
              <a:rPr b="0" i="0">
                <a:solidFill>
                  <a:schemeClr val="accent2">
                    <a:lumMod val="64227"/>
                  </a:schemeClr>
                </a:solidFill>
                <a:latin typeface="Consolas"/>
              </a:rPr>
              <a:t> </a:t>
            </a:r>
            <a:r>
              <a:rPr b="0" i="0">
                <a:solidFill>
                  <a:schemeClr val="accent2">
                    <a:lumMod val="64227"/>
                  </a:schemeClr>
                </a:solidFill>
                <a:latin typeface="Consolas"/>
              </a:rPr>
              <a:t>40%</a:t>
            </a:r>
            <a:endParaRPr>
              <a:solidFill>
                <a:schemeClr val="dk1"/>
              </a:solidFill>
            </a:endParaRPr>
          </a:p>
        </p:txBody>
      </p:sp>
      <p:graphicFrame>
        <p:nvGraphicFramePr>
          <p:cNvPr id="5" name="MarkdownSlidesTable"/>
          <p:cNvGraphicFramePr>
            <a:graphicFrameLocks noGrp="1"/>
          </p:cNvGraphicFramePr>
          <p:nvPr>
            <p:ph idx="2"/>
          </p:nvPr>
        </p:nvGraphicFramePr>
        <p:xfrm>
          <a:off x="6172200" y="1825625"/>
          <a:ext cx="5181600" cy="0"/>
        </p:xfrm>
        <a:graphic>
          <a:graphicData uri="http://schemas.openxmlformats.org/drawingml/2006/table">
            <a:tbl>
              <a:tblPr firstRow="1" bandRow="1">
                <a:effectLst>
                  <a:outerShdw blurRad="0" dist="45790" dir="7421404" algn="ctr" rotWithShape="0">
                    <a:srgbClr val="1D72AA"/>
                  </a:outerShdw>
                  <a:reflection blurRad="12700" stA="35000" stPos="0" endA="0" endPos="40000" dist="19050" dir="5400000" fadeDir="5400000" sy="-100000" algn="bl" rotWithShape="0"/>
                </a:effectLst>
                <a:tableStyleId>{B301B821-A1FF-4177-AEE7-76D212191A09}</a:tableStyleId>
              </a:tblPr>
              <a:tblGrid>
                <a:gridCol w="2590800"/>
                <a:gridCol w="2590800"/>
              </a:tblGrid>
              <a:tr h="0">
                <a:tc>
                  <a:txBody>
                    <a:bodyPr wrap="square"/>
                    <a:lstStyle/>
                    <a:p>
                      <a:pPr algn="l"/>
                      <a:r>
                        <a:t>Item</a:t>
                      </a:r>
                    </a:p>
                  </a:txBody>
                  <a:tcPr anchor="ctr">
                    <a:lnL w="12700">
                      <a:solidFill>
                        <a:srgbClr val="123456">
                          <a:alpha val="50196"/>
                        </a:srgbClr>
                      </a:solidFill>
                      <a:prstDash val="dash"/>
                    </a:lnL>
                    <a:lnT w="12700">
                      <a:solidFill>
                        <a:srgbClr val="123456">
                          <a:alpha val="50196"/>
                        </a:srgbClr>
                      </a:solidFill>
                      <a:prstDash val="dash"/>
                    </a:lnT>
                    <a:solidFill>
                      <a:schemeClr val="accent1"/>
                    </a:solidFill>
                  </a:tcPr>
                </a:tc>
                <a:tc>
                  <a:txBody>
                    <a:bodyPr wrap="square"/>
                    <a:lstStyle/>
                    <a:p>
                      <a:pPr algn="r"/>
                      <a:r>
                        <a:t>Count</a:t>
                      </a:r>
                    </a:p>
                  </a:txBody>
                  <a:tcPr anchor="ctr">
                    <a:lnR w="12700">
                      <a:solidFill>
                        <a:srgbClr val="123456">
                          <a:alpha val="50196"/>
                        </a:srgbClr>
                      </a:solidFill>
                      <a:prstDash val="dash"/>
                    </a:lnR>
                    <a:lnT w="12700">
                      <a:solidFill>
                        <a:srgbClr val="123456">
                          <a:alpha val="50196"/>
                        </a:srgbClr>
                      </a:solidFill>
                      <a:prstDash val="dash"/>
                    </a:lnT>
                    <a:solidFill>
                      <a:schemeClr val="accent1"/>
                    </a:solidFill>
                  </a:tcPr>
                </a:tc>
              </a:tr>
              <a:tr h="0">
                <a:tc>
                  <a:txBody>
                    <a:bodyPr wrap="square"/>
                    <a:lstStyle/>
                    <a:p>
                      <a:pPr algn="l"/>
                      <a:r>
                        <a:t>Design</a:t>
                      </a:r>
                    </a:p>
                  </a:txBody>
                  <a:tcPr anchor="ctr">
                    <a:lnL w="12700">
                      <a:solidFill>
                        <a:srgbClr val="123456">
                          <a:alpha val="50196"/>
                        </a:srgbClr>
                      </a:solidFill>
                      <a:prstDash val="dash"/>
                    </a:lnL>
                    <a:solidFill>
                      <a:schemeClr val="lt2"/>
                    </a:solidFill>
                  </a:tcPr>
                </a:tc>
                <a:tc>
                  <a:txBody>
                    <a:bodyPr wrap="square"/>
                    <a:lstStyle/>
                    <a:p>
                      <a:pPr algn="r"/>
                      <a:r>
                        <a:t>3</a:t>
                      </a:r>
                    </a:p>
                  </a:txBody>
                  <a:tcPr anchor="ctr">
                    <a:lnR w="12700">
                      <a:solidFill>
                        <a:srgbClr val="123456">
                          <a:alpha val="50196"/>
                        </a:srgbClr>
                      </a:solidFill>
                      <a:prstDash val="dash"/>
                    </a:lnR>
                    <a:solidFill>
                      <a:schemeClr val="lt2"/>
                    </a:solidFill>
                  </a:tcPr>
                </a:tc>
              </a:tr>
              <a:tr h="0">
                <a:tc>
                  <a:txBody>
                    <a:bodyPr wrap="square"/>
                    <a:lstStyle/>
                    <a:p>
                      <a:pPr algn="l"/>
                      <a:r>
                        <a:t>Review</a:t>
                      </a:r>
                    </a:p>
                  </a:txBody>
                  <a:tcPr anchor="ctr">
                    <a:lnL w="12700">
                      <a:solidFill>
                        <a:srgbClr val="123456">
                          <a:alpha val="50196"/>
                        </a:srgbClr>
                      </a:solidFill>
                      <a:prstDash val="dash"/>
                    </a:lnL>
                    <a:lnB w="12700">
                      <a:solidFill>
                        <a:srgbClr val="123456">
                          <a:alpha val="50196"/>
                        </a:srgbClr>
                      </a:solidFill>
                      <a:prstDash val="dash"/>
                    </a:lnB>
                    <a:solidFill>
                      <a:schemeClr val="lt1"/>
                    </a:solidFill>
                  </a:tcPr>
                </a:tc>
                <a:tc>
                  <a:txBody>
                    <a:bodyPr wrap="square"/>
                    <a:lstStyle/>
                    <a:p>
                      <a:pPr algn="r"/>
                      <a:r>
                        <a:t>2</a:t>
                      </a:r>
                    </a:p>
                  </a:txBody>
                  <a:tcPr anchor="ctr">
                    <a:lnR w="12700">
                      <a:solidFill>
                        <a:srgbClr val="123456">
                          <a:alpha val="50196"/>
                        </a:srgbClr>
                      </a:solidFill>
                      <a:prstDash val="dash"/>
                    </a:lnR>
                    <a:lnB w="12700">
                      <a:solidFill>
                        <a:srgbClr val="123456">
                          <a:alpha val="50196"/>
                        </a:srgbClr>
                      </a:solidFill>
                      <a:prstDash val="dash"/>
                    </a:lnB>
                    <a:solidFill>
                      <a:schemeClr val="lt1"/>
                    </a:solidFill>
                  </a:tcPr>
                </a:tc>
              </a:tr>
            </a:tbl>
          </a:graphicData>
        </a:graphic>
      </p:graphicFrame>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pPr>
              <a:defRPr>
                <a:solidFill>
                  <a:schemeClr val="accent6"/>
                </a:solidFill>
              </a:defRPr>
            </a:pPr>
            <a:r>
              <a:rPr>
                <a:solidFill>
                  <a:schemeClr val="accent6"/>
                </a:solidFill>
              </a:rPr>
              <a:t>Element table effects: dotted perimeter</a:t>
            </a:r>
            <a:endParaRPr>
              <a:solidFill>
                <a:schemeClr val="accent6"/>
              </a:solidFill>
            </a:endParaRPr>
          </a:p>
        </p:txBody>
      </p:sp>
      <p:sp>
        <p:nvSpPr>
          <p:cNvPr id="3" name="Content Placeholder 2"/>
          <p:cNvSpPr>
            <a:spLocks noGrp="1"/>
          </p:cNvSpPr>
          <p:nvPr>
            <p:ph idx="1"/>
          </p:nvPr>
        </p:nvSpPr>
        <p:spPr/>
        <p:txBody>
          <a:bodyPr wrap="square">
            <a:normAutofit/>
          </a:bodyPr>
          <a:lstStyle/>
          <a:p>
            <a:pPr marL="0" indent="0">
              <a:buNone/>
              <a:defRPr>
                <a:solidFill>
                  <a:schemeClr val="dk1"/>
                </a:solidFill>
              </a:defRPr>
            </a:pPr>
            <a:r>
              <a:rPr b="1" i="0">
                <a:solidFill>
                  <a:schemeClr val="accent1"/>
                </a:solidFill>
                <a:latin typeface="Consolas"/>
              </a:rPr>
              <a:t>border</a:t>
            </a:r>
            <a:r>
              <a:rPr b="0" i="0">
                <a:solidFill>
                  <a:schemeClr val="dk1"/>
                </a:solidFill>
                <a:latin typeface="Consolas"/>
              </a:rPr>
              <a:t>:</a:t>
            </a:r>
            <a:r>
              <a:rPr b="0" i="0">
                <a:solidFill>
                  <a:schemeClr val="dk1"/>
                </a:solidFill>
                <a:latin typeface="Consolas"/>
              </a:rPr>
              <a:t> </a:t>
            </a:r>
            <a:r>
              <a:rPr b="0" i="0">
                <a:solidFill>
                  <a:schemeClr val="accent2">
                    <a:lumMod val="64227"/>
                  </a:schemeClr>
                </a:solidFill>
                <a:latin typeface="Consolas"/>
              </a:rPr>
              <a:t>2px</a:t>
            </a:r>
            <a:r>
              <a:rPr b="0" i="0">
                <a:solidFill>
                  <a:schemeClr val="accent2">
                    <a:lumMod val="64227"/>
                  </a:schemeClr>
                </a:solidFill>
                <a:latin typeface="Consolas"/>
              </a:rPr>
              <a:t> </a:t>
            </a:r>
            <a:r>
              <a:rPr b="0" i="0">
                <a:solidFill>
                  <a:schemeClr val="accent2">
                    <a:lumMod val="64227"/>
                  </a:schemeClr>
                </a:solidFill>
                <a:latin typeface="Consolas"/>
              </a:rPr>
              <a:t>dotted</a:t>
            </a:r>
            <a:r>
              <a:rPr b="0" i="0">
                <a:solidFill>
                  <a:schemeClr val="accent2">
                    <a:lumMod val="64227"/>
                  </a:schemeClr>
                </a:solidFill>
                <a:latin typeface="Consolas"/>
              </a:rPr>
              <a:t> </a:t>
            </a:r>
            <a:r>
              <a:rPr b="0" i="0">
                <a:solidFill>
                  <a:schemeClr val="accent2">
                    <a:lumMod val="64227"/>
                  </a:schemeClr>
                </a:solidFill>
                <a:latin typeface="Consolas"/>
              </a:rPr>
              <a:t>rgb(29,</a:t>
            </a:r>
            <a:r>
              <a:rPr b="0" i="0">
                <a:solidFill>
                  <a:schemeClr val="accent2">
                    <a:lumMod val="64227"/>
                  </a:schemeClr>
                </a:solidFill>
                <a:latin typeface="Consolas"/>
              </a:rPr>
              <a:t> </a:t>
            </a:r>
            <a:r>
              <a:rPr b="0" i="0">
                <a:solidFill>
                  <a:schemeClr val="accent2">
                    <a:lumMod val="64227"/>
                  </a:schemeClr>
                </a:solidFill>
                <a:latin typeface="Consolas"/>
              </a:rPr>
              <a:t>111,</a:t>
            </a:r>
            <a:r>
              <a:rPr b="0" i="0">
                <a:solidFill>
                  <a:schemeClr val="accent2">
                    <a:lumMod val="64227"/>
                  </a:schemeClr>
                </a:solidFill>
                <a:latin typeface="Consolas"/>
              </a:rPr>
              <a:t> </a:t>
            </a:r>
            <a:r>
              <a:rPr b="0" i="0">
                <a:solidFill>
                  <a:schemeClr val="accent2">
                    <a:lumMod val="64227"/>
                  </a:schemeClr>
                </a:solidFill>
                <a:latin typeface="Consolas"/>
              </a:rPr>
              <a:t>168)</a:t>
            </a:r>
            <a:br/>
            <a:r>
              <a:rPr b="1" i="0">
                <a:solidFill>
                  <a:schemeClr val="accent1"/>
                </a:solidFill>
                <a:latin typeface="Consolas"/>
              </a:rPr>
              <a:t>shadow</a:t>
            </a:r>
            <a:r>
              <a:rPr b="0" i="0">
                <a:solidFill>
                  <a:schemeClr val="dk1"/>
                </a:solidFill>
                <a:latin typeface="Consolas"/>
              </a:rPr>
              <a:t>:</a:t>
            </a:r>
            <a:r>
              <a:rPr b="0" i="0">
                <a:solidFill>
                  <a:schemeClr val="dk1"/>
                </a:solidFill>
                <a:latin typeface="Consolas"/>
              </a:rPr>
              <a:t> </a:t>
            </a:r>
            <a:r>
              <a:rPr b="0" i="0">
                <a:solidFill>
                  <a:schemeClr val="accent2">
                    <a:lumMod val="64227"/>
                  </a:schemeClr>
                </a:solidFill>
                <a:latin typeface="Consolas"/>
              </a:rPr>
              <a:t>0</a:t>
            </a:r>
            <a:r>
              <a:rPr b="0" i="0">
                <a:solidFill>
                  <a:schemeClr val="accent2">
                    <a:lumMod val="64227"/>
                  </a:schemeClr>
                </a:solidFill>
                <a:latin typeface="Consolas"/>
              </a:rPr>
              <a:t> </a:t>
            </a:r>
            <a:r>
              <a:rPr b="0" i="0">
                <a:solidFill>
                  <a:schemeClr val="accent2">
                    <a:lumMod val="64227"/>
                  </a:schemeClr>
                </a:solidFill>
                <a:latin typeface="Consolas"/>
              </a:rPr>
              <a:t>2pt</a:t>
            </a:r>
            <a:br/>
            <a:r>
              <a:rPr b="1" i="0">
                <a:solidFill>
                  <a:schemeClr val="accent1"/>
                </a:solidFill>
                <a:latin typeface="Consolas"/>
              </a:rPr>
              <a:t>reflection</a:t>
            </a:r>
            <a:r>
              <a:rPr b="0" i="0">
                <a:solidFill>
                  <a:schemeClr val="dk1"/>
                </a:solidFill>
                <a:latin typeface="Consolas"/>
              </a:rPr>
              <a:t>:</a:t>
            </a:r>
            <a:r>
              <a:rPr b="0" i="0">
                <a:solidFill>
                  <a:schemeClr val="dk1"/>
                </a:solidFill>
                <a:latin typeface="Consolas"/>
              </a:rPr>
              <a:t> </a:t>
            </a:r>
            <a:r>
              <a:rPr b="0" i="0">
                <a:solidFill>
                  <a:schemeClr val="accent2">
                    <a:lumMod val="64227"/>
                  </a:schemeClr>
                </a:solidFill>
                <a:latin typeface="Consolas"/>
              </a:rPr>
              <a:t>4pt</a:t>
            </a:r>
            <a:endParaRPr>
              <a:solidFill>
                <a:schemeClr val="dk1"/>
              </a:solidFill>
            </a:endParaRPr>
          </a:p>
        </p:txBody>
      </p:sp>
      <p:graphicFrame>
        <p:nvGraphicFramePr>
          <p:cNvPr id="5" name="MarkdownSlidesTable"/>
          <p:cNvGraphicFramePr>
            <a:graphicFrameLocks noGrp="1"/>
          </p:cNvGraphicFramePr>
          <p:nvPr>
            <p:ph idx="2"/>
          </p:nvPr>
        </p:nvGraphicFramePr>
        <p:xfrm>
          <a:off x="6172200" y="1825625"/>
          <a:ext cx="5181600" cy="0"/>
        </p:xfrm>
        <a:graphic>
          <a:graphicData uri="http://schemas.openxmlformats.org/drawingml/2006/table">
            <a:tbl>
              <a:tblPr firstRow="1" bandRow="1">
                <a:effectLst>
                  <a:outerShdw blurRad="0" dist="25400" dir="5400000" algn="ctr" rotWithShape="0">
                    <a:srgbClr val="000000">
                      <a:alpha val="25000"/>
                    </a:srgbClr>
                  </a:outerShdw>
                  <a:reflection blurRad="12700" stA="35000" stPos="0" endA="0" endPos="30000" dist="50800" dir="5400000" fadeDir="5400000" sy="-100000" algn="bl" rotWithShape="0"/>
                </a:effectLst>
                <a:tableStyleId>{B301B821-A1FF-4177-AEE7-76D212191A09}</a:tableStyleId>
              </a:tblPr>
              <a:tblGrid>
                <a:gridCol w="2590800"/>
                <a:gridCol w="2590800"/>
              </a:tblGrid>
              <a:tr h="0">
                <a:tc>
                  <a:txBody>
                    <a:bodyPr wrap="square"/>
                    <a:lstStyle/>
                    <a:p>
                      <a:pPr algn="l"/>
                      <a:r>
                        <a:t>Item</a:t>
                      </a:r>
                    </a:p>
                  </a:txBody>
                  <a:tcPr anchor="ctr">
                    <a:lnL w="19050">
                      <a:solidFill>
                        <a:srgbClr val="1D6FA8"/>
                      </a:solidFill>
                      <a:prstDash val="sysDot"/>
                    </a:lnL>
                    <a:lnT w="19050">
                      <a:solidFill>
                        <a:srgbClr val="1D6FA8"/>
                      </a:solidFill>
                      <a:prstDash val="sysDot"/>
                    </a:lnT>
                    <a:solidFill>
                      <a:schemeClr val="accent1"/>
                    </a:solidFill>
                  </a:tcPr>
                </a:tc>
                <a:tc>
                  <a:txBody>
                    <a:bodyPr wrap="square"/>
                    <a:lstStyle/>
                    <a:p>
                      <a:pPr algn="r"/>
                      <a:r>
                        <a:t>Count</a:t>
                      </a:r>
                    </a:p>
                  </a:txBody>
                  <a:tcPr anchor="ctr">
                    <a:lnR w="19050">
                      <a:solidFill>
                        <a:srgbClr val="1D6FA8"/>
                      </a:solidFill>
                      <a:prstDash val="sysDot"/>
                    </a:lnR>
                    <a:lnT w="19050">
                      <a:solidFill>
                        <a:srgbClr val="1D6FA8"/>
                      </a:solidFill>
                      <a:prstDash val="sysDot"/>
                    </a:lnT>
                    <a:solidFill>
                      <a:schemeClr val="accent1"/>
                    </a:solidFill>
                  </a:tcPr>
                </a:tc>
              </a:tr>
              <a:tr h="0">
                <a:tc>
                  <a:txBody>
                    <a:bodyPr wrap="square"/>
                    <a:lstStyle/>
                    <a:p>
                      <a:pPr algn="l"/>
                      <a:r>
                        <a:t>Design</a:t>
                      </a:r>
                    </a:p>
                  </a:txBody>
                  <a:tcPr anchor="ctr">
                    <a:lnL w="19050">
                      <a:solidFill>
                        <a:srgbClr val="1D6FA8"/>
                      </a:solidFill>
                      <a:prstDash val="sysDot"/>
                    </a:lnL>
                    <a:solidFill>
                      <a:schemeClr val="lt2"/>
                    </a:solidFill>
                  </a:tcPr>
                </a:tc>
                <a:tc>
                  <a:txBody>
                    <a:bodyPr wrap="square"/>
                    <a:lstStyle/>
                    <a:p>
                      <a:pPr algn="r"/>
                      <a:r>
                        <a:t>3</a:t>
                      </a:r>
                    </a:p>
                  </a:txBody>
                  <a:tcPr anchor="ctr">
                    <a:lnR w="19050">
                      <a:solidFill>
                        <a:srgbClr val="1D6FA8"/>
                      </a:solidFill>
                      <a:prstDash val="sysDot"/>
                    </a:lnR>
                    <a:solidFill>
                      <a:schemeClr val="lt2"/>
                    </a:solidFill>
                  </a:tcPr>
                </a:tc>
              </a:tr>
              <a:tr h="0">
                <a:tc>
                  <a:txBody>
                    <a:bodyPr wrap="square"/>
                    <a:lstStyle/>
                    <a:p>
                      <a:pPr algn="l"/>
                      <a:r>
                        <a:t>Review</a:t>
                      </a:r>
                    </a:p>
                  </a:txBody>
                  <a:tcPr anchor="ctr">
                    <a:lnL w="19050">
                      <a:solidFill>
                        <a:srgbClr val="1D6FA8"/>
                      </a:solidFill>
                      <a:prstDash val="sysDot"/>
                    </a:lnL>
                    <a:lnB w="19050">
                      <a:solidFill>
                        <a:srgbClr val="1D6FA8"/>
                      </a:solidFill>
                      <a:prstDash val="sysDot"/>
                    </a:lnB>
                    <a:solidFill>
                      <a:schemeClr val="lt1"/>
                    </a:solidFill>
                  </a:tcPr>
                </a:tc>
                <a:tc>
                  <a:txBody>
                    <a:bodyPr wrap="square"/>
                    <a:lstStyle/>
                    <a:p>
                      <a:pPr algn="r"/>
                      <a:r>
                        <a:t>2</a:t>
                      </a:r>
                    </a:p>
                  </a:txBody>
                  <a:tcPr anchor="ctr">
                    <a:lnR w="19050">
                      <a:solidFill>
                        <a:srgbClr val="1D6FA8"/>
                      </a:solidFill>
                      <a:prstDash val="sysDot"/>
                    </a:lnR>
                    <a:lnB w="19050">
                      <a:solidFill>
                        <a:srgbClr val="1D6FA8"/>
                      </a:solidFill>
                      <a:prstDash val="sysDot"/>
                    </a:lnB>
                    <a:solidFill>
                      <a:schemeClr val="lt1"/>
                    </a:solidFill>
                  </a:tcPr>
                </a:tc>
              </a:tr>
            </a:tbl>
          </a:graphicData>
        </a:graphic>
      </p:graphicFrame>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pPr>
              <a:defRPr>
                <a:solidFill>
                  <a:schemeClr val="accent6"/>
                </a:solidFill>
              </a:defRPr>
            </a:pPr>
            <a:r>
              <a:rPr>
                <a:solidFill>
                  <a:schemeClr val="accent6"/>
                </a:solidFill>
              </a:rPr>
              <a:t>Element table effects: disable inherited styling</a:t>
            </a:r>
            <a:endParaRPr>
              <a:solidFill>
                <a:schemeClr val="accent6"/>
              </a:solidFill>
            </a:endParaRPr>
          </a:p>
        </p:txBody>
      </p:sp>
      <p:sp>
        <p:nvSpPr>
          <p:cNvPr id="3" name="Content Placeholder 2"/>
          <p:cNvSpPr>
            <a:spLocks noGrp="1"/>
          </p:cNvSpPr>
          <p:nvPr>
            <p:ph idx="1"/>
          </p:nvPr>
        </p:nvSpPr>
        <p:spPr/>
        <p:txBody>
          <a:bodyPr wrap="square">
            <a:normAutofit/>
          </a:bodyPr>
          <a:lstStyle/>
          <a:p>
            <a:pPr marL="0" indent="0">
              <a:buNone/>
              <a:defRPr>
                <a:solidFill>
                  <a:schemeClr val="dk1"/>
                </a:solidFill>
              </a:defRPr>
            </a:pPr>
            <a:r>
              <a:rPr b="1" i="0">
                <a:solidFill>
                  <a:schemeClr val="accent1"/>
                </a:solidFill>
                <a:latin typeface="Consolas"/>
              </a:rPr>
              <a:t>border</a:t>
            </a:r>
            <a:r>
              <a:rPr b="0" i="0">
                <a:solidFill>
                  <a:schemeClr val="dk1"/>
                </a:solidFill>
                <a:latin typeface="Consolas"/>
              </a:rPr>
              <a:t>:</a:t>
            </a:r>
            <a:r>
              <a:rPr b="0" i="0">
                <a:solidFill>
                  <a:schemeClr val="dk1"/>
                </a:solidFill>
                <a:latin typeface="Consolas"/>
              </a:rPr>
              <a:t> </a:t>
            </a:r>
            <a:r>
              <a:rPr b="0" i="0">
                <a:solidFill>
                  <a:schemeClr val="accent2">
                    <a:lumMod val="64227"/>
                  </a:schemeClr>
                </a:solidFill>
                <a:latin typeface="Consolas"/>
              </a:rPr>
              <a:t>none</a:t>
            </a:r>
            <a:br/>
            <a:r>
              <a:rPr b="1" i="0">
                <a:solidFill>
                  <a:schemeClr val="accent1"/>
                </a:solidFill>
                <a:latin typeface="Consolas"/>
              </a:rPr>
              <a:t>shadow</a:t>
            </a:r>
            <a:r>
              <a:rPr b="0" i="0">
                <a:solidFill>
                  <a:schemeClr val="dk1"/>
                </a:solidFill>
                <a:latin typeface="Consolas"/>
              </a:rPr>
              <a:t>:</a:t>
            </a:r>
            <a:r>
              <a:rPr b="0" i="0">
                <a:solidFill>
                  <a:schemeClr val="dk1"/>
                </a:solidFill>
                <a:latin typeface="Consolas"/>
              </a:rPr>
              <a:t> </a:t>
            </a:r>
            <a:r>
              <a:rPr b="0" i="0">
                <a:solidFill>
                  <a:schemeClr val="accent2">
                    <a:lumMod val="64227"/>
                  </a:schemeClr>
                </a:solidFill>
                <a:latin typeface="Consolas"/>
              </a:rPr>
              <a:t>none</a:t>
            </a:r>
            <a:br/>
            <a:r>
              <a:rPr b="1" i="0">
                <a:solidFill>
                  <a:schemeClr val="accent1"/>
                </a:solidFill>
                <a:latin typeface="Consolas"/>
              </a:rPr>
              <a:t>reflection</a:t>
            </a:r>
            <a:r>
              <a:rPr b="0" i="0">
                <a:solidFill>
                  <a:schemeClr val="dk1"/>
                </a:solidFill>
                <a:latin typeface="Consolas"/>
              </a:rPr>
              <a:t>:</a:t>
            </a:r>
            <a:r>
              <a:rPr b="0" i="0">
                <a:solidFill>
                  <a:schemeClr val="dk1"/>
                </a:solidFill>
                <a:latin typeface="Consolas"/>
              </a:rPr>
              <a:t> </a:t>
            </a:r>
            <a:r>
              <a:rPr b="0" i="0">
                <a:solidFill>
                  <a:schemeClr val="accent2">
                    <a:lumMod val="64227"/>
                  </a:schemeClr>
                </a:solidFill>
                <a:latin typeface="Consolas"/>
              </a:rPr>
              <a:t>none</a:t>
            </a:r>
            <a:endParaRPr>
              <a:solidFill>
                <a:schemeClr val="dk1"/>
              </a:solidFill>
            </a:endParaRPr>
          </a:p>
        </p:txBody>
      </p:sp>
      <p:graphicFrame>
        <p:nvGraphicFramePr>
          <p:cNvPr id="5" name="MarkdownSlidesTable"/>
          <p:cNvGraphicFramePr>
            <a:graphicFrameLocks noGrp="1"/>
          </p:cNvGraphicFramePr>
          <p:nvPr>
            <p:ph idx="2"/>
          </p:nvPr>
        </p:nvGraphicFramePr>
        <p:xfrm>
          <a:off x="6172200" y="1825625"/>
          <a:ext cx="5181600" cy="0"/>
        </p:xfrm>
        <a:graphic>
          <a:graphicData uri="http://schemas.openxmlformats.org/drawingml/2006/table">
            <a:tbl>
              <a:tblPr firstRow="1" bandRow="1">
                <a:effectLst/>
                <a:tableStyleId>{B301B821-A1FF-4177-AEE7-76D212191A09}</a:tableStyleId>
              </a:tblPr>
              <a:tblGrid>
                <a:gridCol w="2590800"/>
                <a:gridCol w="2590800"/>
              </a:tblGrid>
              <a:tr h="0">
                <a:tc>
                  <a:txBody>
                    <a:bodyPr wrap="square"/>
                    <a:lstStyle/>
                    <a:p>
                      <a:pPr algn="l"/>
                      <a:r>
                        <a:t>Item</a:t>
                      </a:r>
                    </a:p>
                  </a:txBody>
                  <a:tcPr anchor="ctr">
                    <a:lnL w="0">
                      <a:noFill/>
                    </a:lnL>
                    <a:lnT w="0">
                      <a:noFill/>
                    </a:lnT>
                    <a:solidFill>
                      <a:schemeClr val="accent1"/>
                    </a:solidFill>
                  </a:tcPr>
                </a:tc>
                <a:tc>
                  <a:txBody>
                    <a:bodyPr wrap="square"/>
                    <a:lstStyle/>
                    <a:p>
                      <a:pPr algn="r"/>
                      <a:r>
                        <a:t>Count</a:t>
                      </a:r>
                    </a:p>
                  </a:txBody>
                  <a:tcPr anchor="ctr">
                    <a:lnR w="0">
                      <a:noFill/>
                    </a:lnR>
                    <a:lnT w="0">
                      <a:noFill/>
                    </a:lnT>
                    <a:solidFill>
                      <a:schemeClr val="accent1"/>
                    </a:solidFill>
                  </a:tcPr>
                </a:tc>
              </a:tr>
              <a:tr h="0">
                <a:tc>
                  <a:txBody>
                    <a:bodyPr wrap="square"/>
                    <a:lstStyle/>
                    <a:p>
                      <a:pPr algn="l"/>
                      <a:r>
                        <a:t>Design</a:t>
                      </a:r>
                    </a:p>
                  </a:txBody>
                  <a:tcPr anchor="ctr">
                    <a:lnL w="0">
                      <a:noFill/>
                    </a:lnL>
                    <a:solidFill>
                      <a:schemeClr val="lt2"/>
                    </a:solidFill>
                  </a:tcPr>
                </a:tc>
                <a:tc>
                  <a:txBody>
                    <a:bodyPr wrap="square"/>
                    <a:lstStyle/>
                    <a:p>
                      <a:pPr algn="r"/>
                      <a:r>
                        <a:t>3</a:t>
                      </a:r>
                    </a:p>
                  </a:txBody>
                  <a:tcPr anchor="ctr">
                    <a:lnR w="0">
                      <a:noFill/>
                    </a:lnR>
                    <a:solidFill>
                      <a:schemeClr val="lt2"/>
                    </a:solidFill>
                  </a:tcPr>
                </a:tc>
              </a:tr>
              <a:tr h="0">
                <a:tc>
                  <a:txBody>
                    <a:bodyPr wrap="square"/>
                    <a:lstStyle/>
                    <a:p>
                      <a:pPr algn="l"/>
                      <a:r>
                        <a:t>Review</a:t>
                      </a:r>
                    </a:p>
                  </a:txBody>
                  <a:tcPr anchor="ctr">
                    <a:lnL w="0">
                      <a:noFill/>
                    </a:lnL>
                    <a:lnB w="0">
                      <a:noFill/>
                    </a:lnB>
                    <a:solidFill>
                      <a:schemeClr val="lt1"/>
                    </a:solidFill>
                  </a:tcPr>
                </a:tc>
                <a:tc>
                  <a:txBody>
                    <a:bodyPr wrap="square"/>
                    <a:lstStyle/>
                    <a:p>
                      <a:pPr algn="r"/>
                      <a:r>
                        <a:t>2</a:t>
                      </a:r>
                    </a:p>
                  </a:txBody>
                  <a:tcPr anchor="ctr">
                    <a:lnR w="0">
                      <a:noFill/>
                    </a:lnR>
                    <a:lnB w="0">
                      <a:noFill/>
                    </a:lnB>
                    <a:solidFill>
                      <a:schemeClr val="lt1"/>
                    </a:solidFill>
                  </a:tcPr>
                </a:tc>
              </a:tr>
            </a:tbl>
          </a:graphicData>
        </a:graphic>
      </p:graphicFrame>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pPr>
              <a:defRPr>
                <a:solidFill>
                  <a:schemeClr val="accent6"/>
                </a:solidFill>
              </a:defRPr>
            </a:pPr>
            <a:r>
              <a:rPr>
                <a:solidFill>
                  <a:schemeClr val="accent6"/>
                </a:solidFill>
              </a:rPr>
              <a:t>Element video: upper left</a:t>
            </a:r>
            <a:endParaRPr>
              <a:solidFill>
                <a:schemeClr val="accent6"/>
              </a:solidFill>
            </a:endParaRPr>
          </a:p>
        </p:txBody>
      </p:sp>
      <p:sp>
        <p:nvSpPr>
          <p:cNvPr id="3" name="Content Placeholder 2"/>
          <p:cNvSpPr>
            <a:spLocks noGrp="1"/>
          </p:cNvSpPr>
          <p:nvPr>
            <p:ph idx="1"/>
          </p:nvPr>
        </p:nvSpPr>
        <p:spPr/>
        <p:txBody>
          <a:bodyPr wrap="square">
            <a:normAutofit/>
          </a:bodyPr>
          <a:lstStyle/>
          <a:p>
            <a:pPr marL="0" indent="0">
              <a:buNone/>
              <a:defRPr>
                <a:solidFill>
                  <a:schemeClr val="dk1"/>
                </a:solidFill>
              </a:defRPr>
            </a:pPr>
            <a:r>
              <a:rPr b="1" i="0">
                <a:solidFill>
                  <a:schemeClr val="accent1"/>
                </a:solidFill>
                <a:latin typeface="Consolas"/>
              </a:rPr>
              <a:t>width</a:t>
            </a:r>
            <a:r>
              <a:rPr b="0" i="0">
                <a:solidFill>
                  <a:schemeClr val="dk1"/>
                </a:solidFill>
                <a:latin typeface="Consolas"/>
              </a:rPr>
              <a:t>:</a:t>
            </a:r>
            <a:r>
              <a:rPr b="0" i="0">
                <a:solidFill>
                  <a:schemeClr val="dk1"/>
                </a:solidFill>
                <a:latin typeface="Consolas"/>
              </a:rPr>
              <a:t> </a:t>
            </a:r>
            <a:r>
              <a:rPr b="0" i="0">
                <a:solidFill>
                  <a:schemeClr val="accent2">
                    <a:lumMod val="64227"/>
                  </a:schemeClr>
                </a:solidFill>
                <a:latin typeface="Consolas"/>
              </a:rPr>
              <a:t>50%</a:t>
            </a:r>
            <a:br/>
            <a:r>
              <a:rPr b="1" i="0">
                <a:solidFill>
                  <a:schemeClr val="accent1"/>
                </a:solidFill>
                <a:latin typeface="Consolas"/>
              </a:rPr>
              <a:t>align</a:t>
            </a:r>
            <a:r>
              <a:rPr b="0" i="0">
                <a:solidFill>
                  <a:schemeClr val="dk1"/>
                </a:solidFill>
                <a:latin typeface="Consolas"/>
              </a:rPr>
              <a:t>:</a:t>
            </a:r>
            <a:r>
              <a:rPr b="0" i="0">
                <a:solidFill>
                  <a:schemeClr val="dk1"/>
                </a:solidFill>
                <a:latin typeface="Consolas"/>
              </a:rPr>
              <a:t> </a:t>
            </a:r>
            <a:r>
              <a:rPr b="0" i="0">
                <a:solidFill>
                  <a:schemeClr val="accent2">
                    <a:lumMod val="64227"/>
                  </a:schemeClr>
                </a:solidFill>
                <a:latin typeface="Consolas"/>
              </a:rPr>
              <a:t>left</a:t>
            </a:r>
            <a:br/>
            <a:r>
              <a:rPr b="1" i="0">
                <a:solidFill>
                  <a:schemeClr val="accent1"/>
                </a:solidFill>
                <a:latin typeface="Consolas"/>
              </a:rPr>
              <a:t>valign</a:t>
            </a:r>
            <a:r>
              <a:rPr b="0" i="0">
                <a:solidFill>
                  <a:schemeClr val="dk1"/>
                </a:solidFill>
                <a:latin typeface="Consolas"/>
              </a:rPr>
              <a:t>:</a:t>
            </a:r>
            <a:r>
              <a:rPr b="0" i="0">
                <a:solidFill>
                  <a:schemeClr val="dk1"/>
                </a:solidFill>
                <a:latin typeface="Consolas"/>
              </a:rPr>
              <a:t> </a:t>
            </a:r>
            <a:r>
              <a:rPr b="0" i="0">
                <a:solidFill>
                  <a:schemeClr val="accent2">
                    <a:lumMod val="64227"/>
                  </a:schemeClr>
                </a:solidFill>
                <a:latin typeface="Consolas"/>
              </a:rPr>
              <a:t>top</a:t>
            </a:r>
            <a:br/>
            <a:r>
              <a:rPr b="1" i="0">
                <a:solidFill>
                  <a:schemeClr val="accent1"/>
                </a:solidFill>
                <a:latin typeface="Consolas"/>
              </a:rPr>
              <a:t>aspect_ratio</a:t>
            </a:r>
            <a:r>
              <a:rPr b="0" i="0">
                <a:solidFill>
                  <a:schemeClr val="dk1"/>
                </a:solidFill>
                <a:latin typeface="Consolas"/>
              </a:rPr>
              <a:t>:</a:t>
            </a:r>
            <a:r>
              <a:rPr b="0" i="0">
                <a:solidFill>
                  <a:schemeClr val="dk1"/>
                </a:solidFill>
                <a:latin typeface="Consolas"/>
              </a:rPr>
              <a:t> </a:t>
            </a:r>
            <a:r>
              <a:rPr b="0" i="0">
                <a:solidFill>
                  <a:schemeClr val="accent2">
                    <a:lumMod val="64227"/>
                  </a:schemeClr>
                </a:solidFill>
                <a:latin typeface="Consolas"/>
              </a:rPr>
              <a:t>'</a:t>
            </a:r>
            <a:r>
              <a:rPr b="0" i="0">
                <a:solidFill>
                  <a:schemeClr val="accent2">
                    <a:lumMod val="64227"/>
                  </a:schemeClr>
                </a:solidFill>
                <a:latin typeface="Consolas"/>
              </a:rPr>
              <a:t>4:3</a:t>
            </a:r>
            <a:r>
              <a:rPr b="0" i="0">
                <a:solidFill>
                  <a:schemeClr val="accent2">
                    <a:lumMod val="64227"/>
                  </a:schemeClr>
                </a:solidFill>
                <a:latin typeface="Consolas"/>
              </a:rPr>
              <a:t>'</a:t>
            </a:r>
            <a:br/>
            <a:r>
              <a:rPr b="1" i="0">
                <a:solidFill>
                  <a:schemeClr val="accent1"/>
                </a:solidFill>
                <a:latin typeface="Consolas"/>
              </a:rPr>
              <a:t>start</a:t>
            </a:r>
            <a:r>
              <a:rPr b="0" i="0">
                <a:solidFill>
                  <a:schemeClr val="dk1"/>
                </a:solidFill>
                <a:latin typeface="Consolas"/>
              </a:rPr>
              <a:t>:</a:t>
            </a:r>
            <a:r>
              <a:rPr b="0" i="0">
                <a:solidFill>
                  <a:schemeClr val="dk1"/>
                </a:solidFill>
                <a:latin typeface="Consolas"/>
              </a:rPr>
              <a:t> </a:t>
            </a:r>
            <a:r>
              <a:rPr b="0" i="0">
                <a:solidFill>
                  <a:schemeClr val="accent2">
                    <a:lumMod val="64227"/>
                  </a:schemeClr>
                </a:solidFill>
                <a:latin typeface="Consolas"/>
              </a:rPr>
              <a:t>click</a:t>
            </a:r>
            <a:br/>
            <a:r>
              <a:rPr b="1" i="0">
                <a:solidFill>
                  <a:schemeClr val="accent1"/>
                </a:solidFill>
                <a:latin typeface="Consolas"/>
              </a:rPr>
              <a:t>fullscreen</a:t>
            </a:r>
            <a:r>
              <a:rPr b="0" i="0">
                <a:solidFill>
                  <a:schemeClr val="dk1"/>
                </a:solidFill>
                <a:latin typeface="Consolas"/>
              </a:rPr>
              <a:t>:</a:t>
            </a:r>
            <a:r>
              <a:rPr b="0" i="0">
                <a:solidFill>
                  <a:schemeClr val="dk1"/>
                </a:solidFill>
                <a:latin typeface="Consolas"/>
              </a:rPr>
              <a:t> </a:t>
            </a:r>
            <a:r>
              <a:rPr b="0" i="0">
                <a:solidFill>
                  <a:schemeClr val="accent2">
                    <a:lumMod val="64227"/>
                  </a:schemeClr>
                </a:solidFill>
                <a:latin typeface="Consolas"/>
              </a:rPr>
              <a:t>false</a:t>
            </a:r>
            <a:br/>
            <a:r>
              <a:rPr b="1" i="0">
                <a:solidFill>
                  <a:schemeClr val="accent1"/>
                </a:solidFill>
                <a:latin typeface="Consolas"/>
              </a:rPr>
              <a:t>loop</a:t>
            </a:r>
            <a:r>
              <a:rPr b="0" i="0">
                <a:solidFill>
                  <a:schemeClr val="dk1"/>
                </a:solidFill>
                <a:latin typeface="Consolas"/>
              </a:rPr>
              <a:t>:</a:t>
            </a:r>
            <a:r>
              <a:rPr b="0" i="0">
                <a:solidFill>
                  <a:schemeClr val="dk1"/>
                </a:solidFill>
                <a:latin typeface="Consolas"/>
              </a:rPr>
              <a:t> </a:t>
            </a:r>
            <a:r>
              <a:rPr b="0" i="0">
                <a:solidFill>
                  <a:schemeClr val="accent2">
                    <a:lumMod val="64227"/>
                  </a:schemeClr>
                </a:solidFill>
                <a:latin typeface="Consolas"/>
              </a:rPr>
              <a:t>false</a:t>
            </a:r>
            <a:br/>
            <a:r>
              <a:rPr b="1" i="0">
                <a:solidFill>
                  <a:schemeClr val="accent1"/>
                </a:solidFill>
                <a:latin typeface="Consolas"/>
              </a:rPr>
              <a:t>mute</a:t>
            </a:r>
            <a:r>
              <a:rPr b="0" i="0">
                <a:solidFill>
                  <a:schemeClr val="dk1"/>
                </a:solidFill>
                <a:latin typeface="Consolas"/>
              </a:rPr>
              <a:t>:</a:t>
            </a:r>
            <a:r>
              <a:rPr b="0" i="0">
                <a:solidFill>
                  <a:schemeClr val="dk1"/>
                </a:solidFill>
                <a:latin typeface="Consolas"/>
              </a:rPr>
              <a:t> </a:t>
            </a:r>
            <a:r>
              <a:rPr b="0" i="0">
                <a:solidFill>
                  <a:schemeClr val="accent2">
                    <a:lumMod val="64227"/>
                  </a:schemeClr>
                </a:solidFill>
                <a:latin typeface="Consolas"/>
              </a:rPr>
              <a:t>false</a:t>
            </a:r>
            <a:endParaRPr>
              <a:solidFill>
                <a:schemeClr val="dk1"/>
              </a:solidFill>
            </a:endParaRPr>
          </a:p>
        </p:txBody>
      </p:sp>
      <p:pic>
        <p:nvPicPr>
          <p:cNvPr id="5" name="MarkdownSlidesVideo">
            <a:hlinkClick r:id="" action="ppaction://media"/>
          </p:cNvPr>
          <p:cNvPicPr>
            <a:picLocks noChangeAspect="1"/>
          </p:cNvPicPr>
          <p:nvPr>
            <p:ph idx="2"/>
            <a:videoFile r:link="rId3"/>
            <p:extLst>
              <p:ext uri="{DAA4B4D4-6D71-4841-9C94-3DE7FCFB9230}">
                <p14:media xmlns:p14="http://schemas.microsoft.com/office/powerpoint/2010/main" r:embed="rId2"/>
              </p:ext>
            </p:extLst>
          </p:nvPr>
        </p:nvPicPr>
        <p:blipFill>
          <a:blip r:embed="rId4"/>
          <a:stretch>
            <a:fillRect/>
          </a:stretch>
        </p:blipFill>
        <p:spPr>
          <a:xfrm>
            <a:off x="6172200" y="1825625"/>
            <a:ext cx="2590800" cy="1943100"/>
          </a:xfrm>
          <a:prstGeom prst="roundRect">
            <a:avLst>
              <a:gd name="adj" fmla="val 7843"/>
            </a:avLst>
          </a:prstGeom>
          <a:ln w="12700">
            <a:solidFill>
              <a:schemeClr val="accent1"/>
            </a:solidFill>
            <a:prstDash val="solid"/>
          </a:ln>
          <a:effectLst>
            <a:outerShdw blurRad="76200" dist="35921" dir="2700000" algn="ctr" rotWithShape="0">
              <a:srgbClr val="000000">
                <a:alpha val="25000"/>
              </a:srgbClr>
            </a:outerShdw>
            <a:reflection blurRad="12700" stA="35000" stPos="0" endA="0" endPos="20000" dist="50800" dir="5400000" fadeDir="5400000" sy="-100000" algn="bl" rotWithShape="0"/>
          </a:effectLst>
        </p:spPr>
      </p:pic>
    </p:spTree>
  </p:cSld>
  <p:clrMapOvr>
    <a:masterClrMapping/>
  </p:clrMapOvr>
  <p:timing>
    <p:tnLst>
      <p:par>
        <p:cTn id="1"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 presetClass="mediacall" presetSubtype="0" fill="hold" nodeType="clickEffect">
                                  <p:stCondLst>
                                    <p:cond delay="0"/>
                                  </p:stCondLst>
                                  <p:childTnLst>
                                    <p:cmd type="call" cmd="playFrom(0.0)">
                                      <p:cBhvr>
                                        <p:cTn id="7"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2" fill="hold" display="0">
                  <p:stCondLst>
                    <p:cond delay="indefinite"/>
                  </p:stCondLst>
                </p:cTn>
                <p:tgtEl>
                  <p:spTgt spid="5"/>
                </p:tgtEl>
              </p:cMediaNode>
            </p:video>
          </p:childTnLst>
        </p:cTn>
      </p:par>
    </p:tnLst>
  </p:timing>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pPr>
              <a:defRPr>
                <a:solidFill>
                  <a:schemeClr val="accent6"/>
                </a:solidFill>
              </a:defRPr>
            </a:pPr>
            <a:r>
              <a:rPr>
                <a:solidFill>
                  <a:schemeClr val="accent6"/>
                </a:solidFill>
              </a:rPr>
              <a:t>Element video: lower right</a:t>
            </a:r>
            <a:endParaRPr>
              <a:solidFill>
                <a:schemeClr val="accent6"/>
              </a:solidFill>
            </a:endParaRPr>
          </a:p>
        </p:txBody>
      </p:sp>
      <p:sp>
        <p:nvSpPr>
          <p:cNvPr id="3" name="Content Placeholder 2"/>
          <p:cNvSpPr>
            <a:spLocks noGrp="1"/>
          </p:cNvSpPr>
          <p:nvPr>
            <p:ph idx="1"/>
          </p:nvPr>
        </p:nvSpPr>
        <p:spPr/>
        <p:txBody>
          <a:bodyPr wrap="square">
            <a:normAutofit/>
          </a:bodyPr>
          <a:lstStyle/>
          <a:p>
            <a:pPr marL="0" indent="0">
              <a:buNone/>
              <a:defRPr>
                <a:solidFill>
                  <a:schemeClr val="dk1"/>
                </a:solidFill>
              </a:defRPr>
            </a:pPr>
            <a:r>
              <a:rPr b="1" i="0">
                <a:solidFill>
                  <a:schemeClr val="accent1"/>
                </a:solidFill>
                <a:latin typeface="Consolas"/>
              </a:rPr>
              <a:t>width</a:t>
            </a:r>
            <a:r>
              <a:rPr b="0" i="0">
                <a:solidFill>
                  <a:schemeClr val="dk1"/>
                </a:solidFill>
                <a:latin typeface="Consolas"/>
              </a:rPr>
              <a:t>:</a:t>
            </a:r>
            <a:r>
              <a:rPr b="0" i="0">
                <a:solidFill>
                  <a:schemeClr val="dk1"/>
                </a:solidFill>
                <a:latin typeface="Consolas"/>
              </a:rPr>
              <a:t> </a:t>
            </a:r>
            <a:r>
              <a:rPr b="0" i="0">
                <a:solidFill>
                  <a:schemeClr val="accent2">
                    <a:lumMod val="64227"/>
                  </a:schemeClr>
                </a:solidFill>
                <a:latin typeface="Consolas"/>
              </a:rPr>
              <a:t>4in</a:t>
            </a:r>
            <a:br/>
            <a:r>
              <a:rPr b="1" i="0">
                <a:solidFill>
                  <a:schemeClr val="accent1"/>
                </a:solidFill>
                <a:latin typeface="Consolas"/>
              </a:rPr>
              <a:t>align</a:t>
            </a:r>
            <a:r>
              <a:rPr b="0" i="0">
                <a:solidFill>
                  <a:schemeClr val="dk1"/>
                </a:solidFill>
                <a:latin typeface="Consolas"/>
              </a:rPr>
              <a:t>:</a:t>
            </a:r>
            <a:r>
              <a:rPr b="0" i="0">
                <a:solidFill>
                  <a:schemeClr val="dk1"/>
                </a:solidFill>
                <a:latin typeface="Consolas"/>
              </a:rPr>
              <a:t> </a:t>
            </a:r>
            <a:r>
              <a:rPr b="0" i="0">
                <a:solidFill>
                  <a:schemeClr val="accent2">
                    <a:lumMod val="64227"/>
                  </a:schemeClr>
                </a:solidFill>
                <a:latin typeface="Consolas"/>
              </a:rPr>
              <a:t>right</a:t>
            </a:r>
            <a:br/>
            <a:r>
              <a:rPr b="1" i="0">
                <a:solidFill>
                  <a:schemeClr val="accent1"/>
                </a:solidFill>
                <a:latin typeface="Consolas"/>
              </a:rPr>
              <a:t>valign</a:t>
            </a:r>
            <a:r>
              <a:rPr b="0" i="0">
                <a:solidFill>
                  <a:schemeClr val="dk1"/>
                </a:solidFill>
                <a:latin typeface="Consolas"/>
              </a:rPr>
              <a:t>:</a:t>
            </a:r>
            <a:r>
              <a:rPr b="0" i="0">
                <a:solidFill>
                  <a:schemeClr val="dk1"/>
                </a:solidFill>
                <a:latin typeface="Consolas"/>
              </a:rPr>
              <a:t> </a:t>
            </a:r>
            <a:r>
              <a:rPr b="0" i="0">
                <a:solidFill>
                  <a:schemeClr val="accent2">
                    <a:lumMod val="64227"/>
                  </a:schemeClr>
                </a:solidFill>
                <a:latin typeface="Consolas"/>
              </a:rPr>
              <a:t>bottom</a:t>
            </a:r>
            <a:br/>
            <a:r>
              <a:rPr b="1" i="0">
                <a:solidFill>
                  <a:schemeClr val="accent1"/>
                </a:solidFill>
                <a:latin typeface="Consolas"/>
              </a:rPr>
              <a:t>aspect_ratio</a:t>
            </a:r>
            <a:r>
              <a:rPr b="0" i="0">
                <a:solidFill>
                  <a:schemeClr val="dk1"/>
                </a:solidFill>
                <a:latin typeface="Consolas"/>
              </a:rPr>
              <a:t>:</a:t>
            </a:r>
            <a:r>
              <a:rPr b="0" i="0">
                <a:solidFill>
                  <a:schemeClr val="dk1"/>
                </a:solidFill>
                <a:latin typeface="Consolas"/>
              </a:rPr>
              <a:t> </a:t>
            </a:r>
            <a:r>
              <a:rPr b="0" i="0">
                <a:solidFill>
                  <a:schemeClr val="accent2">
                    <a:lumMod val="64227"/>
                  </a:schemeClr>
                </a:solidFill>
                <a:latin typeface="Consolas"/>
              </a:rPr>
              <a:t>'</a:t>
            </a:r>
            <a:r>
              <a:rPr b="0" i="0">
                <a:solidFill>
                  <a:schemeClr val="accent2">
                    <a:lumMod val="64227"/>
                  </a:schemeClr>
                </a:solidFill>
                <a:latin typeface="Consolas"/>
              </a:rPr>
              <a:t>1:1</a:t>
            </a:r>
            <a:r>
              <a:rPr b="0" i="0">
                <a:solidFill>
                  <a:schemeClr val="accent2">
                    <a:lumMod val="64227"/>
                  </a:schemeClr>
                </a:solidFill>
                <a:latin typeface="Consolas"/>
              </a:rPr>
              <a:t>'</a:t>
            </a:r>
            <a:endParaRPr>
              <a:solidFill>
                <a:schemeClr val="dk1"/>
              </a:solidFill>
            </a:endParaRPr>
          </a:p>
        </p:txBody>
      </p:sp>
      <p:pic>
        <p:nvPicPr>
          <p:cNvPr id="5" name="MarkdownSlidesVideo">
            <a:hlinkClick r:id="" action="ppaction://media"/>
          </p:cNvPr>
          <p:cNvPicPr>
            <a:picLocks noChangeAspect="1"/>
          </p:cNvPicPr>
          <p:nvPr>
            <p:ph idx="2"/>
            <a:videoFile r:link="rId3"/>
            <p:extLst>
              <p:ext uri="{DAA4B4D4-6D71-4841-9C94-3DE7FCFB9230}">
                <p14:media xmlns:p14="http://schemas.microsoft.com/office/powerpoint/2010/main" r:embed="rId2"/>
              </p:ext>
            </p:extLst>
          </p:nvPr>
        </p:nvPicPr>
        <p:blipFill>
          <a:blip r:embed="rId4"/>
          <a:stretch>
            <a:fillRect/>
          </a:stretch>
        </p:blipFill>
        <p:spPr>
          <a:xfrm>
            <a:off x="7696200" y="2519363"/>
            <a:ext cx="3657600" cy="3657600"/>
          </a:xfrm>
          <a:prstGeom prst="roundRect">
            <a:avLst>
              <a:gd name="adj" fmla="val 4167"/>
            </a:avLst>
          </a:prstGeom>
          <a:ln w="12700">
            <a:solidFill>
              <a:schemeClr val="accent1"/>
            </a:solidFill>
            <a:prstDash val="solid"/>
          </a:ln>
          <a:effectLst>
            <a:outerShdw blurRad="76200" dist="35921" dir="2700000" algn="ctr" rotWithShape="0">
              <a:srgbClr val="000000">
                <a:alpha val="25000"/>
              </a:srgbClr>
            </a:outerShdw>
            <a:reflection blurRad="12700" stA="35000" stPos="0" endA="0" endPos="20000" dist="50800" dir="5400000" fadeDir="5400000" sy="-100000" algn="bl" rotWithShape="0"/>
          </a:effectLst>
        </p:spPr>
      </p:pic>
    </p:spTree>
  </p:cSld>
  <p:clrMapOvr>
    <a:masterClrMapping/>
  </p:clrMapOvr>
  <p:timing>
    <p:tnLst>
      <p:par>
        <p:cTn id="1"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 presetClass="mediacall" presetSubtype="0" fill="hold" nodeType="clickEffect">
                                  <p:stCondLst>
                                    <p:cond delay="0"/>
                                  </p:stCondLst>
                                  <p:childTnLst>
                                    <p:cmd type="call" cmd="playFrom(0.0)">
                                      <p:cBhvr>
                                        <p:cTn id="7"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2" fill="hold" display="0">
                  <p:stCondLst>
                    <p:cond delay="indefinite"/>
                  </p:stCondLst>
                </p:cTn>
                <p:tgtEl>
                  <p:spTgt spid="5"/>
                </p:tgtEl>
              </p:cMediaNode>
            </p:video>
          </p:childTnLst>
        </p:cTn>
      </p:par>
    </p:tnLst>
  </p:timing>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pPr>
              <a:defRPr>
                <a:solidFill>
                  <a:schemeClr val="accent6"/>
                </a:solidFill>
              </a:defRPr>
            </a:pPr>
            <a:r>
              <a:rPr>
                <a:solidFill>
                  <a:schemeClr val="accent6"/>
                </a:solidFill>
              </a:rPr>
              <a:t>Element video: automatic size</a:t>
            </a:r>
            <a:endParaRPr>
              <a:solidFill>
                <a:schemeClr val="accent6"/>
              </a:solidFill>
            </a:endParaRPr>
          </a:p>
        </p:txBody>
      </p:sp>
      <p:sp>
        <p:nvSpPr>
          <p:cNvPr id="3" name="Content Placeholder 2"/>
          <p:cNvSpPr>
            <a:spLocks noGrp="1"/>
          </p:cNvSpPr>
          <p:nvPr>
            <p:ph idx="1"/>
          </p:nvPr>
        </p:nvSpPr>
        <p:spPr/>
        <p:txBody>
          <a:bodyPr wrap="square">
            <a:normAutofit/>
          </a:bodyPr>
          <a:lstStyle/>
          <a:p>
            <a:pPr marL="0" indent="0">
              <a:buNone/>
              <a:defRPr>
                <a:solidFill>
                  <a:schemeClr val="dk1"/>
                </a:solidFill>
              </a:defRPr>
            </a:pPr>
            <a:r>
              <a:rPr b="1" i="0">
                <a:solidFill>
                  <a:schemeClr val="accent1"/>
                </a:solidFill>
                <a:latin typeface="Consolas"/>
              </a:rPr>
              <a:t>width</a:t>
            </a:r>
            <a:r>
              <a:rPr b="0" i="0">
                <a:solidFill>
                  <a:schemeClr val="dk1"/>
                </a:solidFill>
                <a:latin typeface="Consolas"/>
              </a:rPr>
              <a:t>:</a:t>
            </a:r>
            <a:r>
              <a:rPr b="0" i="0">
                <a:solidFill>
                  <a:schemeClr val="dk1"/>
                </a:solidFill>
                <a:latin typeface="Consolas"/>
              </a:rPr>
              <a:t> </a:t>
            </a:r>
            <a:r>
              <a:rPr b="0" i="0">
                <a:solidFill>
                  <a:schemeClr val="accent2">
                    <a:lumMod val="64227"/>
                  </a:schemeClr>
                </a:solidFill>
                <a:latin typeface="Consolas"/>
              </a:rPr>
              <a:t>auto</a:t>
            </a:r>
            <a:br/>
            <a:r>
              <a:rPr b="1" i="0">
                <a:solidFill>
                  <a:schemeClr val="accent1"/>
                </a:solidFill>
                <a:latin typeface="Consolas"/>
              </a:rPr>
              <a:t>align</a:t>
            </a:r>
            <a:r>
              <a:rPr b="0" i="0">
                <a:solidFill>
                  <a:schemeClr val="dk1"/>
                </a:solidFill>
                <a:latin typeface="Consolas"/>
              </a:rPr>
              <a:t>:</a:t>
            </a:r>
            <a:r>
              <a:rPr b="0" i="0">
                <a:solidFill>
                  <a:schemeClr val="dk1"/>
                </a:solidFill>
                <a:latin typeface="Consolas"/>
              </a:rPr>
              <a:t> </a:t>
            </a:r>
            <a:r>
              <a:rPr b="0" i="0">
                <a:solidFill>
                  <a:schemeClr val="accent2">
                    <a:lumMod val="64227"/>
                  </a:schemeClr>
                </a:solidFill>
                <a:latin typeface="Consolas"/>
              </a:rPr>
              <a:t>center</a:t>
            </a:r>
            <a:br/>
            <a:r>
              <a:rPr b="1" i="0">
                <a:solidFill>
                  <a:schemeClr val="accent1"/>
                </a:solidFill>
                <a:latin typeface="Consolas"/>
              </a:rPr>
              <a:t>valign</a:t>
            </a:r>
            <a:r>
              <a:rPr b="0" i="0">
                <a:solidFill>
                  <a:schemeClr val="dk1"/>
                </a:solidFill>
                <a:latin typeface="Consolas"/>
              </a:rPr>
              <a:t>:</a:t>
            </a:r>
            <a:r>
              <a:rPr b="0" i="0">
                <a:solidFill>
                  <a:schemeClr val="dk1"/>
                </a:solidFill>
                <a:latin typeface="Consolas"/>
              </a:rPr>
              <a:t> </a:t>
            </a:r>
            <a:r>
              <a:rPr b="0" i="0">
                <a:solidFill>
                  <a:schemeClr val="accent2">
                    <a:lumMod val="64227"/>
                  </a:schemeClr>
                </a:solidFill>
                <a:latin typeface="Consolas"/>
              </a:rPr>
              <a:t>middle</a:t>
            </a:r>
            <a:br/>
            <a:r>
              <a:rPr b="1" i="0">
                <a:solidFill>
                  <a:schemeClr val="accent1"/>
                </a:solidFill>
                <a:latin typeface="Consolas"/>
              </a:rPr>
              <a:t>aspect_ratio</a:t>
            </a:r>
            <a:r>
              <a:rPr b="0" i="0">
                <a:solidFill>
                  <a:schemeClr val="dk1"/>
                </a:solidFill>
                <a:latin typeface="Consolas"/>
              </a:rPr>
              <a:t>:</a:t>
            </a:r>
            <a:r>
              <a:rPr b="0" i="0">
                <a:solidFill>
                  <a:schemeClr val="dk1"/>
                </a:solidFill>
                <a:latin typeface="Consolas"/>
              </a:rPr>
              <a:t> </a:t>
            </a:r>
            <a:r>
              <a:rPr b="0" i="0">
                <a:solidFill>
                  <a:schemeClr val="accent2">
                    <a:lumMod val="64227"/>
                  </a:schemeClr>
                </a:solidFill>
                <a:latin typeface="Consolas"/>
              </a:rPr>
              <a:t>'</a:t>
            </a:r>
            <a:r>
              <a:rPr b="0" i="0">
                <a:solidFill>
                  <a:schemeClr val="accent2">
                    <a:lumMod val="64227"/>
                  </a:schemeClr>
                </a:solidFill>
                <a:latin typeface="Consolas"/>
              </a:rPr>
              <a:t>16:9</a:t>
            </a:r>
            <a:r>
              <a:rPr b="0" i="0">
                <a:solidFill>
                  <a:schemeClr val="accent2">
                    <a:lumMod val="64227"/>
                  </a:schemeClr>
                </a:solidFill>
                <a:latin typeface="Consolas"/>
              </a:rPr>
              <a:t>'</a:t>
            </a:r>
            <a:endParaRPr>
              <a:solidFill>
                <a:schemeClr val="dk1"/>
              </a:solidFill>
            </a:endParaRPr>
          </a:p>
        </p:txBody>
      </p:sp>
      <p:pic>
        <p:nvPicPr>
          <p:cNvPr id="5" name="MarkdownSlidesVideo">
            <a:hlinkClick r:id="" action="ppaction://media"/>
          </p:cNvPr>
          <p:cNvPicPr>
            <a:picLocks noChangeAspect="1"/>
          </p:cNvPicPr>
          <p:nvPr>
            <p:ph idx="2"/>
            <a:videoFile r:link="rId3"/>
            <p:extLst>
              <p:ext uri="{DAA4B4D4-6D71-4841-9C94-3DE7FCFB9230}">
                <p14:media xmlns:p14="http://schemas.microsoft.com/office/powerpoint/2010/main" r:embed="rId2"/>
              </p:ext>
            </p:extLst>
          </p:nvPr>
        </p:nvPicPr>
        <p:blipFill>
          <a:blip r:embed="rId4"/>
          <a:stretch>
            <a:fillRect/>
          </a:stretch>
        </p:blipFill>
        <p:spPr>
          <a:xfrm>
            <a:off x="6172200" y="2543969"/>
            <a:ext cx="5181600" cy="2914650"/>
          </a:xfrm>
          <a:prstGeom prst="roundRect">
            <a:avLst>
              <a:gd name="adj" fmla="val 5229"/>
            </a:avLst>
          </a:prstGeom>
          <a:ln w="12700">
            <a:solidFill>
              <a:schemeClr val="accent1"/>
            </a:solidFill>
            <a:prstDash val="solid"/>
          </a:ln>
          <a:effectLst>
            <a:outerShdw blurRad="76200" dist="35921" dir="2700000" algn="ctr" rotWithShape="0">
              <a:srgbClr val="000000">
                <a:alpha val="25000"/>
              </a:srgbClr>
            </a:outerShdw>
            <a:reflection blurRad="12700" stA="35000" stPos="0" endA="0" endPos="20000" dist="50800" dir="5400000" fadeDir="5400000" sy="-100000" algn="bl" rotWithShape="0"/>
          </a:effectLst>
        </p:spPr>
      </p:pic>
    </p:spTree>
  </p:cSld>
  <p:clrMapOvr>
    <a:masterClrMapping/>
  </p:clrMapOvr>
  <p:timing>
    <p:tnLst>
      <p:par>
        <p:cTn id="1"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 presetClass="mediacall" presetSubtype="0" fill="hold" nodeType="clickEffect">
                                  <p:stCondLst>
                                    <p:cond delay="0"/>
                                  </p:stCondLst>
                                  <p:childTnLst>
                                    <p:cmd type="call" cmd="playFrom(0.0)">
                                      <p:cBhvr>
                                        <p:cTn id="7"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2" fill="hold" display="0">
                  <p:stCondLst>
                    <p:cond delay="indefinite"/>
                  </p:stCondLst>
                </p:cTn>
                <p:tgtEl>
                  <p:spTgt spid="5"/>
                </p:tgtEl>
              </p:cMediaNode>
            </p:video>
          </p:childTnLst>
        </p:cTn>
      </p:par>
    </p:tnLst>
  </p:timing>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pPr>
              <a:defRPr>
                <a:solidFill>
                  <a:schemeClr val="accent6"/>
                </a:solidFill>
              </a:defRPr>
            </a:pPr>
            <a:r>
              <a:rPr>
                <a:solidFill>
                  <a:schemeClr val="accent6"/>
                </a:solidFill>
              </a:rPr>
              <a:t>Element video: remote MP4</a:t>
            </a:r>
            <a:endParaRPr>
              <a:solidFill>
                <a:schemeClr val="accent6"/>
              </a:solidFill>
            </a:endParaRPr>
          </a:p>
        </p:txBody>
      </p:sp>
      <p:sp>
        <p:nvSpPr>
          <p:cNvPr id="3" name="Content Placeholder 2"/>
          <p:cNvSpPr>
            <a:spLocks noGrp="1"/>
          </p:cNvSpPr>
          <p:nvPr>
            <p:ph idx="1"/>
          </p:nvPr>
        </p:nvSpPr>
        <p:spPr/>
        <p:txBody>
          <a:bodyPr wrap="square">
            <a:normAutofit/>
          </a:bodyPr>
          <a:lstStyle/>
          <a:p>
            <a:pPr marL="0" indent="0">
              <a:buNone/>
              <a:defRPr>
                <a:solidFill>
                  <a:schemeClr val="dk1"/>
                </a:solidFill>
              </a:defRPr>
            </a:pPr>
            <a:r>
              <a:rPr b="1" i="0">
                <a:solidFill>
                  <a:schemeClr val="accent1"/>
                </a:solidFill>
                <a:latin typeface="Consolas"/>
              </a:rPr>
              <a:t>width</a:t>
            </a:r>
            <a:r>
              <a:rPr b="0" i="0">
                <a:solidFill>
                  <a:schemeClr val="dk1"/>
                </a:solidFill>
                <a:latin typeface="Consolas"/>
              </a:rPr>
              <a:t>:</a:t>
            </a:r>
            <a:r>
              <a:rPr b="0" i="0">
                <a:solidFill>
                  <a:schemeClr val="dk1"/>
                </a:solidFill>
                <a:latin typeface="Consolas"/>
              </a:rPr>
              <a:t> </a:t>
            </a:r>
            <a:r>
              <a:rPr b="0" i="0">
                <a:solidFill>
                  <a:schemeClr val="accent2">
                    <a:lumMod val="64227"/>
                  </a:schemeClr>
                </a:solidFill>
                <a:latin typeface="Consolas"/>
              </a:rPr>
              <a:t>80%</a:t>
            </a:r>
            <a:br/>
            <a:r>
              <a:rPr b="1" i="0">
                <a:solidFill>
                  <a:schemeClr val="accent1"/>
                </a:solidFill>
                <a:latin typeface="Consolas"/>
              </a:rPr>
              <a:t>mute</a:t>
            </a:r>
            <a:r>
              <a:rPr b="0" i="0">
                <a:solidFill>
                  <a:schemeClr val="dk1"/>
                </a:solidFill>
                <a:latin typeface="Consolas"/>
              </a:rPr>
              <a:t>:</a:t>
            </a:r>
            <a:r>
              <a:rPr b="0" i="0">
                <a:solidFill>
                  <a:schemeClr val="dk1"/>
                </a:solidFill>
                <a:latin typeface="Consolas"/>
              </a:rPr>
              <a:t> </a:t>
            </a:r>
            <a:r>
              <a:rPr b="0" i="0">
                <a:solidFill>
                  <a:schemeClr val="accent2">
                    <a:lumMod val="64227"/>
                  </a:schemeClr>
                </a:solidFill>
                <a:latin typeface="Consolas"/>
              </a:rPr>
              <a:t>true</a:t>
            </a:r>
            <a:endParaRPr>
              <a:solidFill>
                <a:schemeClr val="dk1"/>
              </a:solidFill>
            </a:endParaRPr>
          </a:p>
        </p:txBody>
      </p:sp>
      <p:pic>
        <p:nvPicPr>
          <p:cNvPr id="5" name="MarkdownSlidesVideo">
            <a:hlinkClick r:id="" action="ppaction://media"/>
          </p:cNvPr>
          <p:cNvPicPr>
            <a:picLocks noChangeAspect="1"/>
          </p:cNvPicPr>
          <p:nvPr>
            <p:ph idx="2"/>
            <a:videoFile r:link="rId3"/>
            <p:extLst>
              <p:ext uri="{DAA4B4D4-6D71-4841-9C94-3DE7FCFB9230}">
                <p14:media xmlns:p14="http://schemas.microsoft.com/office/powerpoint/2010/main" r:embed="rId2"/>
              </p:ext>
            </p:extLst>
          </p:nvPr>
        </p:nvPicPr>
        <p:blipFill>
          <a:blip r:embed="rId4"/>
          <a:stretch>
            <a:fillRect/>
          </a:stretch>
        </p:blipFill>
        <p:spPr>
          <a:xfrm>
            <a:off x="6690360" y="1825625"/>
            <a:ext cx="4145280" cy="2329900"/>
          </a:xfrm>
          <a:prstGeom prst="roundRect">
            <a:avLst>
              <a:gd name="adj" fmla="val 6541"/>
            </a:avLst>
          </a:prstGeom>
          <a:ln w="12700">
            <a:solidFill>
              <a:schemeClr val="accent1"/>
            </a:solidFill>
            <a:prstDash val="solid"/>
          </a:ln>
          <a:effectLst>
            <a:outerShdw blurRad="76200" dist="35921" dir="2700000" algn="ctr" rotWithShape="0">
              <a:srgbClr val="000000">
                <a:alpha val="25000"/>
              </a:srgbClr>
            </a:outerShdw>
            <a:reflection blurRad="12700" stA="35000" stPos="0" endA="0" endPos="20000" dist="50800" dir="5400000" fadeDir="5400000" sy="-100000" algn="bl" rotWithShape="0"/>
          </a:effectLst>
        </p:spPr>
      </p:pic>
    </p:spTree>
  </p:cSld>
  <p:clrMapOvr>
    <a:masterClrMapping/>
  </p:clrMapOvr>
  <p:timing>
    <p:tnLst>
      <p:par>
        <p:cTn id="1"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 presetClass="mediacall" presetSubtype="0" fill="hold" nodeType="clickEffect">
                                  <p:stCondLst>
                                    <p:cond delay="0"/>
                                  </p:stCondLst>
                                  <p:childTnLst>
                                    <p:cmd type="call" cmd="playFrom(0.0)">
                                      <p:cBhvr>
                                        <p:cTn id="7"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p:cTn id="2" fill="hold" display="0">
                  <p:stCondLst>
                    <p:cond delay="indefinite"/>
                  </p:stCondLst>
                </p:cTn>
                <p:tgtEl>
                  <p:spTgt spid="5"/>
                </p:tgtEl>
              </p:cMediaNode>
            </p:video>
          </p:childTnLst>
        </p:cTn>
      </p:par>
    </p:tnLst>
  </p:timing>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pPr>
              <a:defRPr>
                <a:solidFill>
                  <a:schemeClr val="accent6"/>
                </a:solidFill>
              </a:defRPr>
            </a:pPr>
            <a:r>
              <a:rPr>
                <a:solidFill>
                  <a:schemeClr val="accent6"/>
                </a:solidFill>
              </a:rPr>
              <a:t>Element YouTube: watch URL</a:t>
            </a:r>
            <a:endParaRPr>
              <a:solidFill>
                <a:schemeClr val="accent6"/>
              </a:solidFill>
            </a:endParaRPr>
          </a:p>
        </p:txBody>
      </p:sp>
      <p:sp>
        <p:nvSpPr>
          <p:cNvPr id="3" name="Content Placeholder 2"/>
          <p:cNvSpPr>
            <a:spLocks noGrp="1"/>
          </p:cNvSpPr>
          <p:nvPr>
            <p:ph idx="1"/>
          </p:nvPr>
        </p:nvSpPr>
        <p:spPr/>
        <p:txBody>
          <a:bodyPr wrap="square">
            <a:normAutofit/>
          </a:bodyPr>
          <a:lstStyle/>
          <a:p>
            <a:pPr marL="0" indent="0">
              <a:buNone/>
              <a:defRPr>
                <a:solidFill>
                  <a:schemeClr val="dk1"/>
                </a:solidFill>
              </a:defRPr>
            </a:pPr>
            <a:r>
              <a:rPr b="0" i="0">
                <a:solidFill>
                  <a:schemeClr val="dk1"/>
                </a:solidFill>
                <a:latin typeface="+mn-lt"/>
                <a:ea typeface="+mn-ea"/>
                <a:cs typeface="+mn-cs"/>
              </a:rPr>
              <a:t>YouTube watch links normalize to the same online video. Placement settings and media effects apply to the frame.</a:t>
            </a:r>
            <a:endParaRPr>
              <a:solidFill>
                <a:schemeClr val="dk1"/>
              </a:solidFill>
            </a:endParaRPr>
          </a:p>
        </p:txBody>
      </p:sp>
      <p:pic>
        <p:nvPicPr>
          <p:cNvPr id="5" name="MarkdownSlidesYouTubeVideo" descr="image.png">
            <a:hlinkClick action="ppaction://media" r:id=""/>
          </p:cNvPr>
          <p:cNvPicPr>
            <a:picLocks noChangeAspect="1"/>
          </p:cNvPicPr>
          <p:nvPr>
            <p:ph idx="2"/>
            <a:videoFile r:link="rId3"/>
          </p:nvPr>
        </p:nvPicPr>
        <p:blipFill>
          <a:blip r:embed="rId2"/>
          <a:stretch>
            <a:fillRect/>
          </a:stretch>
        </p:blipFill>
        <p:spPr>
          <a:xfrm>
            <a:off x="6819900" y="2908300"/>
            <a:ext cx="3886200" cy="2185988"/>
          </a:xfrm>
          <a:prstGeom prst="roundRect">
            <a:avLst>
              <a:gd name="adj" fmla="val 4648"/>
            </a:avLst>
          </a:prstGeom>
          <a:ln w="12700">
            <a:solidFill>
              <a:schemeClr val="accent1"/>
            </a:solidFill>
            <a:prstDash val="solid"/>
          </a:ln>
          <a:effectLst>
            <a:outerShdw blurRad="76200" dist="35921" dir="2700000" algn="ctr" rotWithShape="0">
              <a:srgbClr val="000000">
                <a:alpha val="25000"/>
              </a:srgbClr>
            </a:outerShdw>
          </a:effectLst>
        </p:spPr>
      </p:pic>
    </p:spTree>
  </p:cSld>
  <p:clrMapOvr>
    <a:masterClrMapping/>
  </p:clrMapOvr>
  <p:timing>
    <p:tnLst>
      <p:par>
        <p:cTn id="1" dur="indefinite" restart="never" nodeType="tmRoot">
          <p:childTnLst>
            <p:video>
              <p:cMediaNode vol="80000">
                <p:cTn id="2" fill="hold" display="0">
                  <p:stCondLst>
                    <p:cond delay="indefinite"/>
                  </p:stCondLst>
                </p:cTn>
                <p:tgtEl>
                  <p:spTgt spid="5"/>
                </p:tgtEl>
              </p:cMediaNode>
            </p:video>
          </p:childTnLst>
        </p:cTn>
      </p:par>
    </p:tnLst>
  </p:timing>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pPr>
              <a:defRPr>
                <a:solidFill>
                  <a:schemeClr val="accent6"/>
                </a:solidFill>
              </a:defRPr>
            </a:pPr>
            <a:r>
              <a:rPr>
                <a:solidFill>
                  <a:schemeClr val="accent6"/>
                </a:solidFill>
              </a:rPr>
              <a:t>Element YouTube: share URL</a:t>
            </a:r>
            <a:endParaRPr>
              <a:solidFill>
                <a:schemeClr val="accent6"/>
              </a:solidFill>
            </a:endParaRPr>
          </a:p>
        </p:txBody>
      </p:sp>
      <p:sp>
        <p:nvSpPr>
          <p:cNvPr id="3" name="Content Placeholder 2"/>
          <p:cNvSpPr>
            <a:spLocks noGrp="1"/>
          </p:cNvSpPr>
          <p:nvPr>
            <p:ph idx="1"/>
          </p:nvPr>
        </p:nvSpPr>
        <p:spPr/>
        <p:txBody>
          <a:bodyPr wrap="square">
            <a:normAutofit/>
          </a:bodyPr>
          <a:lstStyle/>
          <a:p>
            <a:pPr marL="0" indent="0">
              <a:buNone/>
              <a:defRPr>
                <a:solidFill>
                  <a:schemeClr val="dk1"/>
                </a:solidFill>
              </a:defRPr>
            </a:pPr>
            <a:r>
              <a:rPr b="0" i="0">
                <a:solidFill>
                  <a:schemeClr val="dk1"/>
                </a:solidFill>
                <a:latin typeface="+mn-lt"/>
                <a:ea typeface="+mn-ea"/>
                <a:cs typeface="+mn-cs"/>
              </a:rPr>
              <a:t>YouTube share links normalize to the same online video. Placement settings and media effects apply to the frame.</a:t>
            </a:r>
            <a:endParaRPr>
              <a:solidFill>
                <a:schemeClr val="dk1"/>
              </a:solidFill>
            </a:endParaRPr>
          </a:p>
        </p:txBody>
      </p:sp>
      <p:pic>
        <p:nvPicPr>
          <p:cNvPr id="5" name="MarkdownSlidesYouTubeVideo" descr="image.png">
            <a:hlinkClick action="ppaction://media" r:id=""/>
          </p:cNvPr>
          <p:cNvPicPr>
            <a:picLocks noChangeAspect="1"/>
          </p:cNvPicPr>
          <p:nvPr>
            <p:ph idx="2"/>
            <a:videoFile r:link="rId3"/>
          </p:nvPr>
        </p:nvPicPr>
        <p:blipFill>
          <a:blip r:embed="rId2"/>
          <a:stretch>
            <a:fillRect/>
          </a:stretch>
        </p:blipFill>
        <p:spPr>
          <a:xfrm>
            <a:off x="6819900" y="2908300"/>
            <a:ext cx="3886200" cy="2185988"/>
          </a:xfrm>
          <a:prstGeom prst="roundRect">
            <a:avLst>
              <a:gd name="adj" fmla="val 4648"/>
            </a:avLst>
          </a:prstGeom>
          <a:ln w="12700">
            <a:solidFill>
              <a:schemeClr val="accent1"/>
            </a:solidFill>
            <a:prstDash val="solid"/>
          </a:ln>
          <a:effectLst>
            <a:outerShdw blurRad="76200" dist="35921" dir="2700000" algn="ctr" rotWithShape="0">
              <a:srgbClr val="000000">
                <a:alpha val="25000"/>
              </a:srgbClr>
            </a:outerShdw>
          </a:effectLst>
        </p:spPr>
      </p:pic>
    </p:spTree>
  </p:cSld>
  <p:clrMapOvr>
    <a:masterClrMapping/>
  </p:clrMapOvr>
  <p:timing>
    <p:tnLst>
      <p:par>
        <p:cTn id="1" dur="indefinite" restart="never" nodeType="tmRoot">
          <p:childTnLst>
            <p:video>
              <p:cMediaNode vol="80000">
                <p:cTn id="2" fill="hold" display="0">
                  <p:stCondLst>
                    <p:cond delay="indefinite"/>
                  </p:stCondLst>
                </p:cTn>
                <p:tgtEl>
                  <p:spTgt spid="5"/>
                </p:tgtEl>
              </p:cMediaNode>
            </p:video>
          </p:childTnLst>
        </p:cTn>
      </p:par>
    </p:tnLst>
  </p:timing>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pPr>
              <a:defRPr>
                <a:solidFill>
                  <a:schemeClr val="accent6"/>
                </a:solidFill>
              </a:defRPr>
            </a:pPr>
            <a:r>
              <a:rPr>
                <a:solidFill>
                  <a:schemeClr val="accent6"/>
                </a:solidFill>
              </a:rPr>
              <a:t>Element YouTube: Shorts URL</a:t>
            </a:r>
            <a:endParaRPr>
              <a:solidFill>
                <a:schemeClr val="accent6"/>
              </a:solidFill>
            </a:endParaRPr>
          </a:p>
        </p:txBody>
      </p:sp>
      <p:sp>
        <p:nvSpPr>
          <p:cNvPr id="3" name="Content Placeholder 2"/>
          <p:cNvSpPr>
            <a:spLocks noGrp="1"/>
          </p:cNvSpPr>
          <p:nvPr>
            <p:ph idx="1"/>
          </p:nvPr>
        </p:nvSpPr>
        <p:spPr/>
        <p:txBody>
          <a:bodyPr wrap="square">
            <a:normAutofit/>
          </a:bodyPr>
          <a:lstStyle/>
          <a:p>
            <a:pPr marL="0" indent="0">
              <a:buNone/>
              <a:defRPr>
                <a:solidFill>
                  <a:schemeClr val="dk1"/>
                </a:solidFill>
              </a:defRPr>
            </a:pPr>
            <a:r>
              <a:rPr b="0" i="0">
                <a:solidFill>
                  <a:schemeClr val="dk1"/>
                </a:solidFill>
                <a:latin typeface="+mn-lt"/>
                <a:ea typeface="+mn-ea"/>
                <a:cs typeface="+mn-cs"/>
              </a:rPr>
              <a:t>YouTube Shorts links normalize to the same online video. Placement settings and media effects apply to the frame.</a:t>
            </a:r>
            <a:endParaRPr>
              <a:solidFill>
                <a:schemeClr val="dk1"/>
              </a:solidFill>
            </a:endParaRPr>
          </a:p>
        </p:txBody>
      </p:sp>
      <p:pic>
        <p:nvPicPr>
          <p:cNvPr id="5" name="MarkdownSlidesYouTubeVideo" descr="image.png">
            <a:hlinkClick action="ppaction://media" r:id=""/>
          </p:cNvPr>
          <p:cNvPicPr>
            <a:picLocks noChangeAspect="1"/>
          </p:cNvPicPr>
          <p:nvPr>
            <p:ph idx="2"/>
            <a:videoFile r:link="rId3"/>
          </p:nvPr>
        </p:nvPicPr>
        <p:blipFill>
          <a:blip r:embed="rId2"/>
          <a:stretch>
            <a:fillRect/>
          </a:stretch>
        </p:blipFill>
        <p:spPr>
          <a:xfrm>
            <a:off x="6819900" y="2908300"/>
            <a:ext cx="3886200" cy="2185988"/>
          </a:xfrm>
          <a:prstGeom prst="roundRect">
            <a:avLst>
              <a:gd name="adj" fmla="val 4648"/>
            </a:avLst>
          </a:prstGeom>
          <a:ln w="12700">
            <a:solidFill>
              <a:schemeClr val="accent1"/>
            </a:solidFill>
            <a:prstDash val="solid"/>
          </a:ln>
          <a:effectLst>
            <a:outerShdw blurRad="76200" dist="35921" dir="2700000" algn="ctr" rotWithShape="0">
              <a:srgbClr val="000000">
                <a:alpha val="25000"/>
              </a:srgbClr>
            </a:outerShdw>
          </a:effectLst>
        </p:spPr>
      </p:pic>
    </p:spTree>
  </p:cSld>
  <p:clrMapOvr>
    <a:masterClrMapping/>
  </p:clrMapOvr>
  <p:timing>
    <p:tnLst>
      <p:par>
        <p:cTn id="1" dur="indefinite" restart="never" nodeType="tmRoot">
          <p:childTnLst>
            <p:video>
              <p:cMediaNode vol="80000">
                <p:cTn id="2" fill="hold" display="0">
                  <p:stCondLst>
                    <p:cond delay="indefinite"/>
                  </p:stCondLst>
                </p:cTn>
                <p:tgtEl>
                  <p:spTgt spid="5"/>
                </p:tgtEl>
              </p:cMediaNode>
            </p:video>
          </p:childTnLst>
        </p:cTn>
      </p:par>
    </p:tnLst>
  </p:timing>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pPr>
              <a:defRPr>
                <a:solidFill>
                  <a:schemeClr val="accent6"/>
                </a:solidFill>
              </a:defRPr>
            </a:pPr>
            <a:r>
              <a:rPr>
                <a:solidFill>
                  <a:schemeClr val="accent6"/>
                </a:solidFill>
              </a:rPr>
              <a:t>Element YouTube: embed URL</a:t>
            </a:r>
            <a:endParaRPr>
              <a:solidFill>
                <a:schemeClr val="accent6"/>
              </a:solidFill>
            </a:endParaRPr>
          </a:p>
        </p:txBody>
      </p:sp>
      <p:sp>
        <p:nvSpPr>
          <p:cNvPr id="3" name="Content Placeholder 2"/>
          <p:cNvSpPr>
            <a:spLocks noGrp="1"/>
          </p:cNvSpPr>
          <p:nvPr>
            <p:ph idx="1"/>
          </p:nvPr>
        </p:nvSpPr>
        <p:spPr/>
        <p:txBody>
          <a:bodyPr wrap="square">
            <a:normAutofit/>
          </a:bodyPr>
          <a:lstStyle/>
          <a:p>
            <a:pPr marL="0" indent="0">
              <a:buNone/>
              <a:defRPr>
                <a:solidFill>
                  <a:schemeClr val="dk1"/>
                </a:solidFill>
              </a:defRPr>
            </a:pPr>
            <a:r>
              <a:rPr b="0" i="0">
                <a:solidFill>
                  <a:schemeClr val="dk1"/>
                </a:solidFill>
                <a:latin typeface="+mn-lt"/>
                <a:ea typeface="+mn-ea"/>
                <a:cs typeface="+mn-cs"/>
              </a:rPr>
              <a:t>YouTube embed links normalize to the same online video. Placement settings and media effects apply to the frame.</a:t>
            </a:r>
            <a:endParaRPr>
              <a:solidFill>
                <a:schemeClr val="dk1"/>
              </a:solidFill>
            </a:endParaRPr>
          </a:p>
        </p:txBody>
      </p:sp>
      <p:pic>
        <p:nvPicPr>
          <p:cNvPr id="5" name="MarkdownSlidesYouTubeVideo" descr="image.png">
            <a:hlinkClick action="ppaction://media" r:id=""/>
          </p:cNvPr>
          <p:cNvPicPr>
            <a:picLocks noChangeAspect="1"/>
          </p:cNvPicPr>
          <p:nvPr>
            <p:ph idx="2"/>
            <a:videoFile r:link="rId3"/>
          </p:nvPr>
        </p:nvPicPr>
        <p:blipFill>
          <a:blip r:embed="rId2"/>
          <a:stretch>
            <a:fillRect/>
          </a:stretch>
        </p:blipFill>
        <p:spPr>
          <a:xfrm>
            <a:off x="6819900" y="2908300"/>
            <a:ext cx="3886200" cy="2185988"/>
          </a:xfrm>
          <a:prstGeom prst="roundRect">
            <a:avLst>
              <a:gd name="adj" fmla="val 4648"/>
            </a:avLst>
          </a:prstGeom>
          <a:ln w="12700">
            <a:solidFill>
              <a:schemeClr val="accent1"/>
            </a:solidFill>
            <a:prstDash val="solid"/>
          </a:ln>
          <a:effectLst>
            <a:outerShdw blurRad="76200" dist="35921" dir="2700000" algn="ctr" rotWithShape="0">
              <a:srgbClr val="000000">
                <a:alpha val="25000"/>
              </a:srgbClr>
            </a:outerShdw>
          </a:effectLst>
        </p:spPr>
      </p:pic>
    </p:spTree>
  </p:cSld>
  <p:clrMapOvr>
    <a:masterClrMapping/>
  </p:clrMapOvr>
  <p:timing>
    <p:tnLst>
      <p:par>
        <p:cTn id="1" dur="indefinite" restart="never" nodeType="tmRoot">
          <p:childTnLst>
            <p:video>
              <p:cMediaNode vol="80000">
                <p:cTn id="2" fill="hold" display="0">
                  <p:stCondLst>
                    <p:cond delay="indefinite"/>
                  </p:stCondLst>
                </p:cTn>
                <p:tgtEl>
                  <p:spTgt spid="5"/>
                </p:tgtEl>
              </p:cMediaNode>
            </p:video>
          </p:childTnLst>
        </p:cTn>
      </p:par>
    </p:tnLst>
  </p:timing>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pPr>
              <a:defRPr>
                <a:solidFill>
                  <a:schemeClr val="accent6"/>
                </a:solidFill>
              </a:defRPr>
            </a:pPr>
            <a:r>
              <a:rPr>
                <a:solidFill>
                  <a:schemeClr val="accent6"/>
                </a:solidFill>
              </a:rPr>
              <a:t>Independent element effects in two content areas</a:t>
            </a:r>
            <a:endParaRPr>
              <a:solidFill>
                <a:schemeClr val="accent6"/>
              </a:solidFill>
            </a:endParaRPr>
          </a:p>
        </p:txBody>
      </p:sp>
      <p:pic>
        <p:nvPicPr>
          <p:cNvPr id="5" name="MarkdownSlidesImage" descr="Editable image"/>
          <p:cNvPicPr>
            <a:picLocks noChangeAspect="1"/>
          </p:cNvPicPr>
          <p:nvPr>
            <p:ph idx="1"/>
          </p:nvPr>
        </p:nvPicPr>
        <p:blipFill>
          <a:blip r:embed="rId2"/>
          <a:stretch>
            <a:fillRect/>
          </a:stretch>
        </p:blipFill>
        <p:spPr>
          <a:xfrm>
            <a:off x="838200" y="1825625"/>
            <a:ext cx="5181600" cy="2914650"/>
          </a:xfrm>
          <a:prstGeom prst="roundRect">
            <a:avLst>
              <a:gd name="adj" fmla="val 5229"/>
            </a:avLst>
          </a:prstGeom>
          <a:ln w="12700">
            <a:solidFill>
              <a:schemeClr val="accent1"/>
            </a:solidFill>
            <a:prstDash val="solid"/>
          </a:ln>
          <a:effectLst/>
        </p:spPr>
      </p:pic>
      <p:graphicFrame>
        <p:nvGraphicFramePr>
          <p:cNvPr id="6" name="MarkdownSlidesTable"/>
          <p:cNvGraphicFramePr>
            <a:graphicFrameLocks noGrp="1"/>
          </p:cNvGraphicFramePr>
          <p:nvPr>
            <p:ph idx="2"/>
          </p:nvPr>
        </p:nvGraphicFramePr>
        <p:xfrm>
          <a:off x="6172200" y="1825625"/>
          <a:ext cx="5181600" cy="0"/>
        </p:xfrm>
        <a:graphic>
          <a:graphicData uri="http://schemas.openxmlformats.org/drawingml/2006/table">
            <a:tbl>
              <a:tblPr firstRow="1" bandRow="1">
                <a:effectLst>
                  <a:reflection blurRad="12700" stA="35000" stPos="0" endA="0" endPos="20000" dist="50800" dir="5400000" fadeDir="5400000" sy="-100000" algn="bl" rotWithShape="0"/>
                </a:effectLst>
                <a:tableStyleId>{B301B821-A1FF-4177-AEE7-76D212191A09}</a:tableStyleId>
              </a:tblPr>
              <a:tblGrid>
                <a:gridCol w="2590800"/>
                <a:gridCol w="2590800"/>
              </a:tblGrid>
              <a:tr h="0">
                <a:tc>
                  <a:txBody>
                    <a:bodyPr wrap="square"/>
                    <a:lstStyle/>
                    <a:p>
                      <a:pPr algn="l"/>
                      <a:r>
                        <a:t>Item</a:t>
                      </a:r>
                    </a:p>
                  </a:txBody>
                  <a:tcPr anchor="ctr">
                    <a:lnL w="25400">
                      <a:solidFill>
                        <a:schemeClr val="accent2"/>
                      </a:solidFill>
                      <a:prstDash val="dash"/>
                    </a:lnL>
                    <a:lnT w="25400">
                      <a:solidFill>
                        <a:schemeClr val="accent2"/>
                      </a:solidFill>
                      <a:prstDash val="dash"/>
                    </a:lnT>
                    <a:solidFill>
                      <a:schemeClr val="accent1"/>
                    </a:solidFill>
                  </a:tcPr>
                </a:tc>
                <a:tc>
                  <a:txBody>
                    <a:bodyPr wrap="square"/>
                    <a:lstStyle/>
                    <a:p>
                      <a:pPr algn="r"/>
                      <a:r>
                        <a:t>Count</a:t>
                      </a:r>
                    </a:p>
                  </a:txBody>
                  <a:tcPr anchor="ctr">
                    <a:lnR w="25400">
                      <a:solidFill>
                        <a:schemeClr val="accent2"/>
                      </a:solidFill>
                      <a:prstDash val="dash"/>
                    </a:lnR>
                    <a:lnT w="25400">
                      <a:solidFill>
                        <a:schemeClr val="accent2"/>
                      </a:solidFill>
                      <a:prstDash val="dash"/>
                    </a:lnT>
                    <a:solidFill>
                      <a:schemeClr val="accent1"/>
                    </a:solidFill>
                  </a:tcPr>
                </a:tc>
              </a:tr>
              <a:tr h="0">
                <a:tc>
                  <a:txBody>
                    <a:bodyPr wrap="square"/>
                    <a:lstStyle/>
                    <a:p>
                      <a:pPr algn="l"/>
                      <a:r>
                        <a:t>Design</a:t>
                      </a:r>
                    </a:p>
                  </a:txBody>
                  <a:tcPr anchor="ctr">
                    <a:lnL w="25400">
                      <a:solidFill>
                        <a:schemeClr val="accent2"/>
                      </a:solidFill>
                      <a:prstDash val="dash"/>
                    </a:lnL>
                    <a:solidFill>
                      <a:schemeClr val="lt2"/>
                    </a:solidFill>
                  </a:tcPr>
                </a:tc>
                <a:tc>
                  <a:txBody>
                    <a:bodyPr wrap="square"/>
                    <a:lstStyle/>
                    <a:p>
                      <a:pPr algn="r"/>
                      <a:r>
                        <a:t>3</a:t>
                      </a:r>
                    </a:p>
                  </a:txBody>
                  <a:tcPr anchor="ctr">
                    <a:lnR w="25400">
                      <a:solidFill>
                        <a:schemeClr val="accent2"/>
                      </a:solidFill>
                      <a:prstDash val="dash"/>
                    </a:lnR>
                    <a:solidFill>
                      <a:schemeClr val="lt2"/>
                    </a:solidFill>
                  </a:tcPr>
                </a:tc>
              </a:tr>
              <a:tr h="0">
                <a:tc>
                  <a:txBody>
                    <a:bodyPr wrap="square"/>
                    <a:lstStyle/>
                    <a:p>
                      <a:pPr algn="l"/>
                      <a:r>
                        <a:t>Review</a:t>
                      </a:r>
                    </a:p>
                  </a:txBody>
                  <a:tcPr anchor="ctr">
                    <a:lnL w="25400">
                      <a:solidFill>
                        <a:schemeClr val="accent2"/>
                      </a:solidFill>
                      <a:prstDash val="dash"/>
                    </a:lnL>
                    <a:lnB w="25400">
                      <a:solidFill>
                        <a:schemeClr val="accent2"/>
                      </a:solidFill>
                      <a:prstDash val="dash"/>
                    </a:lnB>
                    <a:solidFill>
                      <a:schemeClr val="lt1"/>
                    </a:solidFill>
                  </a:tcPr>
                </a:tc>
                <a:tc>
                  <a:txBody>
                    <a:bodyPr wrap="square"/>
                    <a:lstStyle/>
                    <a:p>
                      <a:pPr algn="r"/>
                      <a:r>
                        <a:t>2</a:t>
                      </a:r>
                    </a:p>
                  </a:txBody>
                  <a:tcPr anchor="ctr">
                    <a:lnR w="25400">
                      <a:solidFill>
                        <a:schemeClr val="accent2"/>
                      </a:solidFill>
                      <a:prstDash val="dash"/>
                    </a:lnR>
                    <a:lnB w="25400">
                      <a:solidFill>
                        <a:schemeClr val="accent2"/>
                      </a:solidFill>
                      <a:prstDash val="dash"/>
                    </a:lnB>
                    <a:solidFill>
                      <a:schemeClr val="lt1"/>
                    </a:solidFill>
                  </a:tcPr>
                </a:tc>
              </a:tr>
            </a:tbl>
          </a:graphicData>
        </a:graphic>
      </p:graphicFrame>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pPr>
              <a:defRPr>
                <a:solidFill>
                  <a:schemeClr val="accent6"/>
                </a:solidFill>
              </a:defRPr>
            </a:pPr>
            <a:r>
              <a:rPr>
                <a:solidFill>
                  <a:schemeClr val="accent6"/>
                </a:solidFill>
              </a:rPr>
              <a:t>Linked reference media effects</a:t>
            </a:r>
            <a:endParaRPr>
              <a:solidFill>
                <a:schemeClr val="accent6"/>
              </a:solidFill>
            </a:endParaRPr>
          </a:p>
        </p:txBody>
      </p:sp>
      <p:pic>
        <p:nvPicPr>
          <p:cNvPr id="5" name="MarkdownSlidesImage" descr="local-photo" title="Shared picture title">
            <a:hlinkClick r:id="rId3" tooltip="Project ScreenTip"/>
          </p:cNvPr>
          <p:cNvPicPr>
            <a:picLocks noChangeAspect="1"/>
          </p:cNvPicPr>
          <p:nvPr>
            <p:ph idx="1"/>
          </p:nvPr>
        </p:nvPicPr>
        <p:blipFill>
          <a:blip r:embed="rId2"/>
          <a:stretch>
            <a:fillRect/>
          </a:stretch>
        </p:blipFill>
        <p:spPr>
          <a:xfrm>
            <a:off x="838200" y="1825625"/>
            <a:ext cx="5181600" cy="2914650"/>
          </a:xfrm>
          <a:prstGeom prst="roundRect">
            <a:avLst>
              <a:gd name="adj" fmla="val 3137"/>
            </a:avLst>
          </a:prstGeom>
          <a:ln w="12700">
            <a:solidFill>
              <a:schemeClr val="accent1"/>
            </a:solidFill>
            <a:prstDash val="solid"/>
          </a:ln>
          <a:effectLst>
            <a:outerShdw blurRad="76200" dist="35921" dir="2700000" algn="ctr" rotWithShape="0">
              <a:srgbClr val="000000">
                <a:alpha val="25000"/>
              </a:srgbClr>
            </a:outerShdw>
          </a:effectLst>
        </p:spPr>
      </p:pic>
      <p:sp>
        <p:nvSpPr>
          <p:cNvPr id="4" name="Content Placeholder 3"/>
          <p:cNvSpPr>
            <a:spLocks noGrp="1"/>
          </p:cNvSpPr>
          <p:nvPr>
            <p:ph idx="2"/>
          </p:nvPr>
        </p:nvSpPr>
        <p:spPr/>
        <p:txBody>
          <a:bodyPr wrap="square">
            <a:normAutofit/>
          </a:bodyPr>
          <a:lstStyle/>
          <a:p>
            <a:pPr marL="0" indent="0">
              <a:buNone/>
              <a:defRPr>
                <a:solidFill>
                  <a:schemeClr val="dk1"/>
                </a:solidFill>
              </a:defRPr>
            </a:pPr>
            <a:r>
              <a:rPr b="0" i="0">
                <a:solidFill>
                  <a:schemeClr val="dk1"/>
                </a:solidFill>
                <a:latin typeface="+mn-lt"/>
                <a:ea typeface="+mn-ea"/>
                <a:cs typeface="+mn-cs"/>
              </a:rPr>
              <a:t>A reference image retains its description, picture title, hyperlink, and ScreenTip. Its effects remain editable.</a:t>
            </a:r>
            <a:endParaRPr>
              <a:solidFill>
                <a:schemeClr val="dk1"/>
              </a:solidFill>
            </a:endParaRP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pPr>
              <a:defRPr>
                <a:solidFill>
                  <a:schemeClr val="accent6"/>
                </a:solidFill>
              </a:defRPr>
            </a:pPr>
            <a:r>
              <a:rPr>
                <a:solidFill>
                  <a:schemeClr val="accent6"/>
                </a:solidFill>
              </a:rPr>
              <a:t>Empty content sides remain valid</a:t>
            </a:r>
            <a:endParaRPr>
              <a:solidFill>
                <a:schemeClr val="accent6"/>
              </a:solidFill>
            </a:endParaRPr>
          </a:p>
        </p:txBody>
      </p:sp>
      <p:sp>
        <p:nvSpPr>
          <p:cNvPr id="3" name="Content Placeholder 2"/>
          <p:cNvSpPr>
            <a:spLocks noGrp="1"/>
          </p:cNvSpPr>
          <p:nvPr>
            <p:ph idx="1"/>
          </p:nvPr>
        </p:nvSpPr>
        <p:spPr/>
        <p:txBody>
          <a:bodyPr/>
          <a:lstStyle/>
          <a:p/>
        </p:txBody>
      </p:sp>
      <p:pic>
        <p:nvPicPr>
          <p:cNvPr id="5" name="MarkdownSlidesImage" descr="Editable image"/>
          <p:cNvPicPr>
            <a:picLocks noChangeAspect="1"/>
          </p:cNvPicPr>
          <p:nvPr>
            <p:ph idx="2"/>
          </p:nvPr>
        </p:nvPicPr>
        <p:blipFill>
          <a:blip r:embed="rId2"/>
          <a:stretch>
            <a:fillRect/>
          </a:stretch>
        </p:blipFill>
        <p:spPr>
          <a:xfrm>
            <a:off x="6172200" y="1825625"/>
            <a:ext cx="5181600" cy="2914650"/>
          </a:xfrm>
          <a:prstGeom prst="roundRect">
            <a:avLst>
              <a:gd name="adj" fmla="val 5229"/>
            </a:avLst>
          </a:prstGeom>
          <a:ln w="12700">
            <a:solidFill>
              <a:schemeClr val="accent1"/>
            </a:solidFill>
            <a:prstDash val="solid"/>
          </a:ln>
          <a:effectLst>
            <a:outerShdw blurRad="76200" dist="35921" dir="2700000" algn="ctr" rotWithShape="0">
              <a:srgbClr val="000000">
                <a:alpha val="25000"/>
              </a:srgbClr>
            </a:outerShdw>
          </a:effectLst>
        </p:spPr>
      </p:pic>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pPr>
              <a:defRPr>
                <a:solidFill>
                  <a:schemeClr val="accent6"/>
                </a:solidFill>
              </a:defRPr>
            </a:pPr>
            <a:r>
              <a:rPr>
                <a:solidFill>
                  <a:schemeClr val="accent6"/>
                </a:solidFill>
              </a:rPr>
              <a:t>Element image placement: upper left</a:t>
            </a:r>
            <a:endParaRPr>
              <a:solidFill>
                <a:schemeClr val="accent6"/>
              </a:solidFill>
            </a:endParaRPr>
          </a:p>
        </p:txBody>
      </p:sp>
      <p:sp>
        <p:nvSpPr>
          <p:cNvPr id="3" name="Content Placeholder 2"/>
          <p:cNvSpPr>
            <a:spLocks noGrp="1"/>
          </p:cNvSpPr>
          <p:nvPr>
            <p:ph idx="1"/>
          </p:nvPr>
        </p:nvSpPr>
        <p:spPr/>
        <p:txBody>
          <a:bodyPr wrap="square">
            <a:normAutofit/>
          </a:bodyPr>
          <a:lstStyle/>
          <a:p>
            <a:pPr marL="0" indent="0">
              <a:buNone/>
              <a:defRPr>
                <a:solidFill>
                  <a:schemeClr val="dk1"/>
                </a:solidFill>
              </a:defRPr>
            </a:pPr>
            <a:r>
              <a:rPr b="0" i="0">
                <a:solidFill>
                  <a:schemeClr val="dk1"/>
                </a:solidFill>
                <a:latin typeface="+mn-lt"/>
                <a:ea typeface="+mn-ea"/>
                <a:cs typeface="+mn-cs"/>
              </a:rPr>
              <a:t>A linked image keeps its hyperlink while its layout comment controls placement.</a:t>
            </a:r>
            <a:endParaRPr>
              <a:solidFill>
                <a:schemeClr val="dk1"/>
              </a:solidFill>
            </a:endParaRPr>
          </a:p>
        </p:txBody>
      </p:sp>
      <p:pic>
        <p:nvPicPr>
          <p:cNvPr id="5" name="MarkdownSlidesImage" descr="Open the project">
            <a:hlinkClick r:id="rId3"/>
          </p:cNvPr>
          <p:cNvPicPr>
            <a:picLocks noChangeAspect="1"/>
          </p:cNvPicPr>
          <p:nvPr>
            <p:ph idx="2"/>
          </p:nvPr>
        </p:nvPicPr>
        <p:blipFill>
          <a:blip r:embed="rId2"/>
          <a:stretch>
            <a:fillRect/>
          </a:stretch>
        </p:blipFill>
        <p:spPr>
          <a:xfrm>
            <a:off x="6172200" y="1825625"/>
            <a:ext cx="2590800" cy="1457325"/>
          </a:xfrm>
          <a:prstGeom prst="roundRect">
            <a:avLst>
              <a:gd name="adj" fmla="val 10458"/>
            </a:avLst>
          </a:prstGeom>
          <a:ln w="12700">
            <a:solidFill>
              <a:schemeClr val="accent1"/>
            </a:solidFill>
            <a:prstDash val="solid"/>
          </a:ln>
          <a:effectLst>
            <a:outerShdw blurRad="76200" dist="35921" dir="2700000" algn="ctr" rotWithShape="0">
              <a:srgbClr val="000000">
                <a:alpha val="25000"/>
              </a:srgbClr>
            </a:outerShdw>
            <a:reflection blurRad="12700" stA="35000" stPos="0" endA="0" endPos="20000" dist="50800" dir="5400000" fadeDir="5400000" sy="-100000" algn="bl" rotWithShape="0"/>
          </a:effectLst>
        </p:spPr>
      </p:pic>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pPr>
              <a:defRPr>
                <a:solidFill>
                  <a:schemeClr val="accent6"/>
                </a:solidFill>
              </a:defRPr>
            </a:pPr>
            <a:r>
              <a:rPr>
                <a:solidFill>
                  <a:schemeClr val="accent6"/>
                </a:solidFill>
              </a:rPr>
              <a:t>Element image placement: middle</a:t>
            </a:r>
            <a:endParaRPr>
              <a:solidFill>
                <a:schemeClr val="accent6"/>
              </a:solidFill>
            </a:endParaRPr>
          </a:p>
        </p:txBody>
      </p:sp>
      <p:sp>
        <p:nvSpPr>
          <p:cNvPr id="3" name="Content Placeholder 2"/>
          <p:cNvSpPr>
            <a:spLocks noGrp="1"/>
          </p:cNvSpPr>
          <p:nvPr>
            <p:ph idx="1"/>
          </p:nvPr>
        </p:nvSpPr>
        <p:spPr/>
        <p:txBody>
          <a:bodyPr wrap="square">
            <a:normAutofit/>
          </a:bodyPr>
          <a:lstStyle/>
          <a:p>
            <a:pPr marL="0" indent="0">
              <a:buNone/>
              <a:defRPr>
                <a:solidFill>
                  <a:schemeClr val="dk1"/>
                </a:solidFill>
              </a:defRPr>
            </a:pPr>
            <a:r>
              <a:rPr b="0" i="0">
                <a:solidFill>
                  <a:schemeClr val="dk1"/>
                </a:solidFill>
                <a:latin typeface="+mn-lt"/>
                <a:ea typeface="+mn-ea"/>
                <a:cs typeface="+mn-cs"/>
              </a:rPr>
              <a:t>This image opts into vertical centering while preserving the deck's horizontal centering.</a:t>
            </a:r>
            <a:endParaRPr>
              <a:solidFill>
                <a:schemeClr val="dk1"/>
              </a:solidFill>
            </a:endParaRPr>
          </a:p>
        </p:txBody>
      </p:sp>
      <p:pic>
        <p:nvPicPr>
          <p:cNvPr id="5" name="MarkdownSlidesImage" descr="Vertically centered image"/>
          <p:cNvPicPr>
            <a:picLocks noChangeAspect="1"/>
          </p:cNvPicPr>
          <p:nvPr>
            <p:ph idx="2"/>
          </p:nvPr>
        </p:nvPicPr>
        <p:blipFill>
          <a:blip r:embed="rId2"/>
          <a:stretch>
            <a:fillRect/>
          </a:stretch>
        </p:blipFill>
        <p:spPr>
          <a:xfrm>
            <a:off x="6172200" y="2543969"/>
            <a:ext cx="5181600" cy="2914650"/>
          </a:xfrm>
          <a:prstGeom prst="roundRect">
            <a:avLst>
              <a:gd name="adj" fmla="val 5229"/>
            </a:avLst>
          </a:prstGeom>
          <a:ln w="12700">
            <a:solidFill>
              <a:schemeClr val="accent1"/>
            </a:solidFill>
            <a:prstDash val="solid"/>
          </a:ln>
          <a:effectLst>
            <a:outerShdw blurRad="76200" dist="35921" dir="2700000" algn="ctr" rotWithShape="0">
              <a:srgbClr val="000000">
                <a:alpha val="25000"/>
              </a:srgbClr>
            </a:outerShdw>
            <a:reflection blurRad="12700" stA="35000" stPos="0" endA="0" endPos="20000" dist="50800" dir="5400000" fadeDir="5400000" sy="-100000" algn="bl" rotWithShape="0"/>
          </a:effectLst>
        </p:spPr>
      </p:pic>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pPr>
              <a:defRPr>
                <a:solidFill>
                  <a:schemeClr val="accent6"/>
                </a:solidFill>
              </a:defRPr>
            </a:pPr>
            <a:r>
              <a:rPr>
                <a:solidFill>
                  <a:schemeClr val="accent6"/>
                </a:solidFill>
              </a:rPr>
              <a:t>Element video placement: lower right</a:t>
            </a:r>
            <a:endParaRPr>
              <a:solidFill>
                <a:schemeClr val="accent6"/>
              </a:solidFill>
            </a:endParaRPr>
          </a:p>
        </p:txBody>
      </p:sp>
      <p:sp>
        <p:nvSpPr>
          <p:cNvPr id="3" name="Content Placeholder 2"/>
          <p:cNvSpPr>
            <a:spLocks noGrp="1"/>
          </p:cNvSpPr>
          <p:nvPr>
            <p:ph idx="1"/>
          </p:nvPr>
        </p:nvSpPr>
        <p:spPr/>
        <p:txBody>
          <a:bodyPr wrap="square">
            <a:normAutofit/>
          </a:bodyPr>
          <a:lstStyle/>
          <a:p>
            <a:pPr marL="0" indent="0">
              <a:buNone/>
              <a:defRPr>
                <a:solidFill>
                  <a:schemeClr val="dk1"/>
                </a:solidFill>
              </a:defRPr>
            </a:pPr>
            <a:r>
              <a:rPr b="0" i="0">
                <a:solidFill>
                  <a:schemeClr val="dk1"/>
                </a:solidFill>
                <a:latin typeface="+mn-lt"/>
                <a:ea typeface="+mn-ea"/>
                <a:cs typeface="+mn-cs"/>
              </a:rPr>
              <a:t>Placement, effects, and playback comments can appear together in any order.</a:t>
            </a:r>
            <a:endParaRPr>
              <a:solidFill>
                <a:schemeClr val="dk1"/>
              </a:solidFill>
            </a:endParaRPr>
          </a:p>
        </p:txBody>
      </p:sp>
      <p:pic>
        <p:nvPicPr>
          <p:cNvPr id="5" name="MarkdownSlidesVideo">
            <a:hlinkClick r:id="" action="ppaction://media"/>
          </p:cNvPr>
          <p:cNvPicPr>
            <a:picLocks noChangeAspect="1"/>
          </p:cNvPicPr>
          <p:nvPr>
            <p:ph idx="2"/>
            <a:videoFile r:link="rId3"/>
            <p:extLst>
              <p:ext uri="{DAA4B4D4-6D71-4841-9C94-3DE7FCFB9230}">
                <p14:media xmlns:p14="http://schemas.microsoft.com/office/powerpoint/2010/main" r:embed="rId2"/>
              </p:ext>
            </p:extLst>
          </p:nvPr>
        </p:nvPicPr>
        <p:blipFill>
          <a:blip r:embed="rId4"/>
          <a:stretch>
            <a:fillRect/>
          </a:stretch>
        </p:blipFill>
        <p:spPr>
          <a:xfrm>
            <a:off x="9525000" y="5149066"/>
            <a:ext cx="1828800" cy="1027897"/>
          </a:xfrm>
          <a:prstGeom prst="roundRect">
            <a:avLst>
              <a:gd name="adj" fmla="val 14826"/>
            </a:avLst>
          </a:prstGeom>
          <a:ln w="12700">
            <a:solidFill>
              <a:schemeClr val="accent1"/>
            </a:solidFill>
            <a:prstDash val="solid"/>
          </a:ln>
          <a:effectLst>
            <a:reflection blurRad="12700" stA="35000" stPos="0" endA="0" endPos="30000" dist="50800" dir="5400000" fadeDir="5400000" sy="-100000" algn="bl" rotWithShape="0"/>
          </a:effectLst>
        </p:spPr>
      </p:pic>
    </p:spTree>
  </p:cSld>
  <p:clrMapOvr>
    <a:masterClrMapping/>
  </p:clrMapOvr>
  <p:timing>
    <p:tnLst>
      <p:par>
        <p:cTn id="1"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 presetClass="mediacall" presetSubtype="0" fill="hold" nodeType="clickEffect">
                                  <p:stCondLst>
                                    <p:cond delay="0"/>
                                  </p:stCondLst>
                                  <p:childTnLst>
                                    <p:cmd type="call" cmd="playFrom(0.0)">
                                      <p:cBhvr>
                                        <p:cTn id="7"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p:cTn id="2" fill="hold" display="0">
                  <p:stCondLst>
                    <p:cond delay="indefinite"/>
                  </p:stCondLst>
                </p:cTn>
                <p:tgtEl>
                  <p:spTgt spid="5"/>
                </p:tgtEl>
              </p:cMediaNode>
            </p:video>
          </p:childTnLst>
        </p:cTn>
      </p:par>
    </p:tnLst>
  </p:timing>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pPr>
              <a:defRPr>
                <a:solidFill>
                  <a:schemeClr val="accent6"/>
                </a:solidFill>
              </a:defRPr>
            </a:pPr>
            <a:r>
              <a:rPr>
                <a:solidFill>
                  <a:schemeClr val="accent6"/>
                </a:solidFill>
              </a:rPr>
              <a:t>Element table placement: centered percentage</a:t>
            </a:r>
            <a:endParaRPr>
              <a:solidFill>
                <a:schemeClr val="accent6"/>
              </a:solidFill>
            </a:endParaRPr>
          </a:p>
        </p:txBody>
      </p:sp>
      <p:sp>
        <p:nvSpPr>
          <p:cNvPr id="3" name="Content Placeholder 2"/>
          <p:cNvSpPr>
            <a:spLocks noGrp="1"/>
          </p:cNvSpPr>
          <p:nvPr>
            <p:ph idx="1"/>
          </p:nvPr>
        </p:nvSpPr>
        <p:spPr/>
        <p:txBody>
          <a:bodyPr wrap="square">
            <a:normAutofit/>
          </a:bodyPr>
          <a:lstStyle/>
          <a:p>
            <a:pPr marL="0" indent="0">
              <a:buNone/>
              <a:defRPr>
                <a:solidFill>
                  <a:schemeClr val="dk1"/>
                </a:solidFill>
              </a:defRPr>
            </a:pPr>
            <a:r>
              <a:rPr b="0" i="0">
                <a:solidFill>
                  <a:schemeClr val="dk1"/>
                </a:solidFill>
                <a:latin typeface="+mn-lt"/>
                <a:ea typeface="+mn-ea"/>
                <a:cs typeface="+mn-cs"/>
              </a:rPr>
              <a:t>The table is centered within the right content box. Its 50% width does not refer to the whole slide.</a:t>
            </a:r>
            <a:endParaRPr>
              <a:solidFill>
                <a:schemeClr val="dk1"/>
              </a:solidFill>
            </a:endParaRPr>
          </a:p>
        </p:txBody>
      </p:sp>
      <p:graphicFrame>
        <p:nvGraphicFramePr>
          <p:cNvPr id="5" name="MarkdownSlidesTable"/>
          <p:cNvGraphicFramePr>
            <a:graphicFrameLocks noGrp="1"/>
          </p:cNvGraphicFramePr>
          <p:nvPr>
            <p:ph idx="2"/>
          </p:nvPr>
        </p:nvGraphicFramePr>
        <p:xfrm>
          <a:off x="7467600" y="1825625"/>
          <a:ext cx="2590800" cy="0"/>
        </p:xfrm>
        <a:graphic>
          <a:graphicData uri="http://schemas.openxmlformats.org/drawingml/2006/table">
            <a:tbl>
              <a:tblPr firstRow="1" bandRow="1">
                <a:effectLst>
                  <a:outerShdw blurRad="38100" dist="17960" dir="2700000" algn="ctr" rotWithShape="0">
                    <a:srgbClr val="000000">
                      <a:alpha val="15000"/>
                    </a:srgbClr>
                  </a:outerShdw>
                  <a:reflection blurRad="12700" stA="35000" stPos="0" endA="0" endPos="20000" dist="50800" dir="5400000" fadeDir="5400000" sy="-100000" algn="bl" rotWithShape="0"/>
                </a:effectLst>
                <a:tableStyleId>{B301B821-A1FF-4177-AEE7-76D212191A09}</a:tableStyleId>
              </a:tblPr>
              <a:tblGrid>
                <a:gridCol w="1295400"/>
                <a:gridCol w="1295400"/>
              </a:tblGrid>
              <a:tr h="0">
                <a:tc>
                  <a:txBody>
                    <a:bodyPr wrap="square"/>
                    <a:lstStyle/>
                    <a:p>
                      <a:pPr algn="l"/>
                      <a:r>
                        <a:t>Item</a:t>
                      </a:r>
                    </a:p>
                  </a:txBody>
                  <a:tcPr anchor="ctr">
                    <a:lnL w="12700">
                      <a:solidFill>
                        <a:schemeClr val="accent1"/>
                      </a:solidFill>
                      <a:prstDash val="solid"/>
                    </a:lnL>
                    <a:lnT w="12700">
                      <a:solidFill>
                        <a:schemeClr val="accent1"/>
                      </a:solidFill>
                      <a:prstDash val="solid"/>
                    </a:lnT>
                    <a:solidFill>
                      <a:schemeClr val="accent1"/>
                    </a:solidFill>
                  </a:tcPr>
                </a:tc>
                <a:tc>
                  <a:txBody>
                    <a:bodyPr wrap="square"/>
                    <a:lstStyle/>
                    <a:p>
                      <a:pPr algn="r"/>
                      <a:r>
                        <a:t>Count</a:t>
                      </a:r>
                    </a:p>
                  </a:txBody>
                  <a:tcPr anchor="ctr">
                    <a:lnR w="12700">
                      <a:solidFill>
                        <a:schemeClr val="accent1"/>
                      </a:solidFill>
                      <a:prstDash val="solid"/>
                    </a:lnR>
                    <a:lnT w="12700">
                      <a:solidFill>
                        <a:schemeClr val="accent1"/>
                      </a:solidFill>
                      <a:prstDash val="solid"/>
                    </a:lnT>
                    <a:solidFill>
                      <a:schemeClr val="accent1"/>
                    </a:solidFill>
                  </a:tcPr>
                </a:tc>
              </a:tr>
              <a:tr h="0">
                <a:tc>
                  <a:txBody>
                    <a:bodyPr wrap="square"/>
                    <a:lstStyle/>
                    <a:p>
                      <a:pPr algn="l"/>
                      <a:r>
                        <a:t>Design</a:t>
                      </a:r>
                    </a:p>
                  </a:txBody>
                  <a:tcPr anchor="ctr">
                    <a:lnL w="12700">
                      <a:solidFill>
                        <a:schemeClr val="accent1"/>
                      </a:solidFill>
                      <a:prstDash val="solid"/>
                    </a:lnL>
                    <a:solidFill>
                      <a:schemeClr val="lt2"/>
                    </a:solidFill>
                  </a:tcPr>
                </a:tc>
                <a:tc>
                  <a:txBody>
                    <a:bodyPr wrap="square"/>
                    <a:lstStyle/>
                    <a:p>
                      <a:pPr algn="r"/>
                      <a:r>
                        <a:t>3</a:t>
                      </a:r>
                    </a:p>
                  </a:txBody>
                  <a:tcPr anchor="ctr">
                    <a:lnR w="12700">
                      <a:solidFill>
                        <a:schemeClr val="accent1"/>
                      </a:solidFill>
                      <a:prstDash val="solid"/>
                    </a:lnR>
                    <a:solidFill>
                      <a:schemeClr val="lt2"/>
                    </a:solidFill>
                  </a:tcPr>
                </a:tc>
              </a:tr>
              <a:tr h="0">
                <a:tc>
                  <a:txBody>
                    <a:bodyPr wrap="square"/>
                    <a:lstStyle/>
                    <a:p>
                      <a:pPr algn="l"/>
                      <a:r>
                        <a:t>Review</a:t>
                      </a:r>
                    </a:p>
                  </a:txBody>
                  <a:tcPr anchor="ctr">
                    <a:lnL w="12700">
                      <a:solidFill>
                        <a:schemeClr val="accent1"/>
                      </a:solidFill>
                      <a:prstDash val="solid"/>
                    </a:lnL>
                    <a:lnB w="12700">
                      <a:solidFill>
                        <a:schemeClr val="accent1"/>
                      </a:solidFill>
                      <a:prstDash val="solid"/>
                    </a:lnB>
                    <a:solidFill>
                      <a:schemeClr val="lt1"/>
                    </a:solidFill>
                  </a:tcPr>
                </a:tc>
                <a:tc>
                  <a:txBody>
                    <a:bodyPr wrap="square"/>
                    <a:lstStyle/>
                    <a:p>
                      <a:pPr algn="r"/>
                      <a:r>
                        <a:t>2</a:t>
                      </a:r>
                    </a:p>
                  </a:txBody>
                  <a:tcPr anchor="ctr">
                    <a:lnR w="12700">
                      <a:solidFill>
                        <a:schemeClr val="accent1"/>
                      </a:solidFill>
                      <a:prstDash val="solid"/>
                    </a:lnR>
                    <a:lnB w="12700">
                      <a:solidFill>
                        <a:schemeClr val="accent1"/>
                      </a:solidFill>
                      <a:prstDash val="solid"/>
                    </a:lnB>
                    <a:solidFill>
                      <a:schemeClr val="lt1"/>
                    </a:solidFill>
                  </a:tcPr>
                </a:tc>
              </a:tr>
            </a:tbl>
          </a:graphicData>
        </a:graphic>
      </p:graphicFrame>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pPr>
              <a:defRPr>
                <a:solidFill>
                  <a:schemeClr val="accent6"/>
                </a:solidFill>
              </a:defRPr>
            </a:pPr>
            <a:r>
              <a:rPr>
                <a:solidFill>
                  <a:schemeClr val="accent6"/>
                </a:solidFill>
              </a:rPr>
              <a:t>Element table placement: inches and left alignment</a:t>
            </a:r>
            <a:endParaRPr>
              <a:solidFill>
                <a:schemeClr val="accent6"/>
              </a:solidFill>
            </a:endParaRPr>
          </a:p>
        </p:txBody>
      </p:sp>
      <p:sp>
        <p:nvSpPr>
          <p:cNvPr id="3" name="Content Placeholder 2"/>
          <p:cNvSpPr>
            <a:spLocks noGrp="1"/>
          </p:cNvSpPr>
          <p:nvPr>
            <p:ph idx="1"/>
          </p:nvPr>
        </p:nvSpPr>
        <p:spPr/>
        <p:txBody>
          <a:bodyPr wrap="square">
            <a:normAutofit/>
          </a:bodyPr>
          <a:lstStyle/>
          <a:p>
            <a:pPr marL="0" indent="0">
              <a:buNone/>
              <a:defRPr>
                <a:solidFill>
                  <a:schemeClr val="dk1"/>
                </a:solidFill>
              </a:defRPr>
            </a:pPr>
            <a:r>
              <a:rPr b="0" i="0">
                <a:solidFill>
                  <a:schemeClr val="dk1"/>
                </a:solidFill>
                <a:latin typeface="+mn-lt"/>
                <a:ea typeface="+mn-ea"/>
                <a:cs typeface="+mn-cs"/>
              </a:rPr>
              <a:t>An inch width can also be aligned left. Width requests are capped to the content box.</a:t>
            </a:r>
            <a:endParaRPr>
              <a:solidFill>
                <a:schemeClr val="dk1"/>
              </a:solidFill>
            </a:endParaRPr>
          </a:p>
        </p:txBody>
      </p:sp>
      <p:graphicFrame>
        <p:nvGraphicFramePr>
          <p:cNvPr id="5" name="MarkdownSlidesTable"/>
          <p:cNvGraphicFramePr>
            <a:graphicFrameLocks noGrp="1"/>
          </p:cNvGraphicFramePr>
          <p:nvPr>
            <p:ph idx="2"/>
          </p:nvPr>
        </p:nvGraphicFramePr>
        <p:xfrm>
          <a:off x="6172200" y="1825625"/>
          <a:ext cx="1828800" cy="0"/>
        </p:xfrm>
        <a:graphic>
          <a:graphicData uri="http://schemas.openxmlformats.org/drawingml/2006/table">
            <a:tbl>
              <a:tblPr firstRow="1" bandRow="1">
                <a:effectLst>
                  <a:reflection blurRad="12700" stA="35000" stPos="0" endA="0" endPos="20000" dist="50800" dir="5400000" fadeDir="5400000" sy="-100000" algn="bl" rotWithShape="0"/>
                </a:effectLst>
                <a:tableStyleId>{B301B821-A1FF-4177-AEE7-76D212191A09}</a:tableStyleId>
              </a:tblPr>
              <a:tblGrid>
                <a:gridCol w="914400"/>
                <a:gridCol w="914400"/>
              </a:tblGrid>
              <a:tr h="0">
                <a:tc>
                  <a:txBody>
                    <a:bodyPr wrap="square"/>
                    <a:lstStyle/>
                    <a:p>
                      <a:pPr algn="l"/>
                      <a:r>
                        <a:t>Item</a:t>
                      </a:r>
                    </a:p>
                  </a:txBody>
                  <a:tcPr anchor="ctr">
                    <a:lnL w="12700">
                      <a:solidFill>
                        <a:schemeClr val="accent1"/>
                      </a:solidFill>
                      <a:prstDash val="solid"/>
                    </a:lnL>
                    <a:lnT w="12700">
                      <a:solidFill>
                        <a:schemeClr val="accent1"/>
                      </a:solidFill>
                      <a:prstDash val="solid"/>
                    </a:lnT>
                    <a:solidFill>
                      <a:schemeClr val="accent1"/>
                    </a:solidFill>
                  </a:tcPr>
                </a:tc>
                <a:tc>
                  <a:txBody>
                    <a:bodyPr wrap="square"/>
                    <a:lstStyle/>
                    <a:p>
                      <a:pPr algn="r"/>
                      <a:r>
                        <a:t>Count</a:t>
                      </a:r>
                    </a:p>
                  </a:txBody>
                  <a:tcPr anchor="ctr">
                    <a:lnR w="12700">
                      <a:solidFill>
                        <a:schemeClr val="accent1"/>
                      </a:solidFill>
                      <a:prstDash val="solid"/>
                    </a:lnR>
                    <a:lnT w="12700">
                      <a:solidFill>
                        <a:schemeClr val="accent1"/>
                      </a:solidFill>
                      <a:prstDash val="solid"/>
                    </a:lnT>
                    <a:solidFill>
                      <a:schemeClr val="accent1"/>
                    </a:solidFill>
                  </a:tcPr>
                </a:tc>
              </a:tr>
              <a:tr h="0">
                <a:tc>
                  <a:txBody>
                    <a:bodyPr wrap="square"/>
                    <a:lstStyle/>
                    <a:p>
                      <a:pPr algn="l"/>
                      <a:r>
                        <a:t>Design</a:t>
                      </a:r>
                    </a:p>
                  </a:txBody>
                  <a:tcPr anchor="ctr">
                    <a:lnL w="12700">
                      <a:solidFill>
                        <a:schemeClr val="accent1"/>
                      </a:solidFill>
                      <a:prstDash val="solid"/>
                    </a:lnL>
                    <a:solidFill>
                      <a:schemeClr val="lt2"/>
                    </a:solidFill>
                  </a:tcPr>
                </a:tc>
                <a:tc>
                  <a:txBody>
                    <a:bodyPr wrap="square"/>
                    <a:lstStyle/>
                    <a:p>
                      <a:pPr algn="r"/>
                      <a:r>
                        <a:t>3</a:t>
                      </a:r>
                    </a:p>
                  </a:txBody>
                  <a:tcPr anchor="ctr">
                    <a:lnR w="12700">
                      <a:solidFill>
                        <a:schemeClr val="accent1"/>
                      </a:solidFill>
                      <a:prstDash val="solid"/>
                    </a:lnR>
                    <a:solidFill>
                      <a:schemeClr val="lt2"/>
                    </a:solidFill>
                  </a:tcPr>
                </a:tc>
              </a:tr>
              <a:tr h="0">
                <a:tc>
                  <a:txBody>
                    <a:bodyPr wrap="square"/>
                    <a:lstStyle/>
                    <a:p>
                      <a:pPr algn="l"/>
                      <a:r>
                        <a:t>Review</a:t>
                      </a:r>
                    </a:p>
                  </a:txBody>
                  <a:tcPr anchor="ctr">
                    <a:lnL w="12700">
                      <a:solidFill>
                        <a:schemeClr val="accent1"/>
                      </a:solidFill>
                      <a:prstDash val="solid"/>
                    </a:lnL>
                    <a:lnB w="12700">
                      <a:solidFill>
                        <a:schemeClr val="accent1"/>
                      </a:solidFill>
                      <a:prstDash val="solid"/>
                    </a:lnB>
                    <a:solidFill>
                      <a:schemeClr val="lt1"/>
                    </a:solidFill>
                  </a:tcPr>
                </a:tc>
                <a:tc>
                  <a:txBody>
                    <a:bodyPr wrap="square"/>
                    <a:lstStyle/>
                    <a:p>
                      <a:pPr algn="r"/>
                      <a:r>
                        <a:t>2</a:t>
                      </a:r>
                    </a:p>
                  </a:txBody>
                  <a:tcPr anchor="ctr">
                    <a:lnR w="12700">
                      <a:solidFill>
                        <a:schemeClr val="accent1"/>
                      </a:solidFill>
                      <a:prstDash val="solid"/>
                    </a:lnR>
                    <a:lnB w="12700">
                      <a:solidFill>
                        <a:schemeClr val="accent1"/>
                      </a:solidFill>
                      <a:prstDash val="solid"/>
                    </a:lnB>
                    <a:solidFill>
                      <a:schemeClr val="lt1"/>
                    </a:solidFill>
                  </a:tcPr>
                </a:tc>
              </a:tr>
            </a:tbl>
          </a:graphicData>
        </a:graphic>
      </p:graphicFrame>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pPr>
              <a:defRPr>
                <a:solidFill>
                  <a:schemeClr val="accent6"/>
                </a:solidFill>
              </a:defRPr>
            </a:pPr>
            <a:r>
              <a:rPr>
                <a:solidFill>
                  <a:schemeClr val="accent6"/>
                </a:solidFill>
              </a:rPr>
              <a:t>Independent table widths</a:t>
            </a:r>
            <a:endParaRPr>
              <a:solidFill>
                <a:schemeClr val="accent6"/>
              </a:solidFill>
            </a:endParaRPr>
          </a:p>
        </p:txBody>
      </p:sp>
      <p:graphicFrame>
        <p:nvGraphicFramePr>
          <p:cNvPr id="5" name="MarkdownSlidesTable"/>
          <p:cNvGraphicFramePr>
            <a:graphicFrameLocks noGrp="1"/>
          </p:cNvGraphicFramePr>
          <p:nvPr>
            <p:ph idx="1"/>
          </p:nvPr>
        </p:nvGraphicFramePr>
        <p:xfrm>
          <a:off x="3429000" y="1825625"/>
          <a:ext cx="2590800" cy="0"/>
        </p:xfrm>
        <a:graphic>
          <a:graphicData uri="http://schemas.openxmlformats.org/drawingml/2006/table">
            <a:tbl>
              <a:tblPr firstRow="1" bandRow="1">
                <a:effectLst>
                  <a:outerShdw blurRad="38100" dist="17960" dir="2700000" algn="ctr" rotWithShape="0">
                    <a:srgbClr val="000000">
                      <a:alpha val="15000"/>
                    </a:srgbClr>
                  </a:outerShdw>
                  <a:reflection blurRad="12700" stA="35000" stPos="0" endA="0" endPos="20000" dist="50800" dir="5400000" fadeDir="5400000" sy="-100000" algn="bl" rotWithShape="0"/>
                </a:effectLst>
                <a:tableStyleId>{B301B821-A1FF-4177-AEE7-76D212191A09}</a:tableStyleId>
              </a:tblPr>
              <a:tblGrid>
                <a:gridCol w="1295400"/>
                <a:gridCol w="1295400"/>
              </a:tblGrid>
              <a:tr h="0">
                <a:tc>
                  <a:txBody>
                    <a:bodyPr wrap="square"/>
                    <a:lstStyle/>
                    <a:p>
                      <a:pPr algn="l"/>
                      <a:r>
                        <a:t>Small</a:t>
                      </a:r>
                    </a:p>
                  </a:txBody>
                  <a:tcPr anchor="ctr">
                    <a:lnL w="12700">
                      <a:solidFill>
                        <a:schemeClr val="accent1"/>
                      </a:solidFill>
                      <a:prstDash val="solid"/>
                    </a:lnL>
                    <a:lnT w="12700">
                      <a:solidFill>
                        <a:schemeClr val="accent1"/>
                      </a:solidFill>
                      <a:prstDash val="solid"/>
                    </a:lnT>
                    <a:solidFill>
                      <a:schemeClr val="accent1"/>
                    </a:solidFill>
                  </a:tcPr>
                </a:tc>
                <a:tc>
                  <a:txBody>
                    <a:bodyPr wrap="square"/>
                    <a:lstStyle/>
                    <a:p>
                      <a:pPr algn="r"/>
                      <a:r>
                        <a:t>Count</a:t>
                      </a:r>
                    </a:p>
                  </a:txBody>
                  <a:tcPr anchor="ctr">
                    <a:lnR w="12700">
                      <a:solidFill>
                        <a:schemeClr val="accent1"/>
                      </a:solidFill>
                      <a:prstDash val="solid"/>
                    </a:lnR>
                    <a:lnT w="12700">
                      <a:solidFill>
                        <a:schemeClr val="accent1"/>
                      </a:solidFill>
                      <a:prstDash val="solid"/>
                    </a:lnT>
                    <a:solidFill>
                      <a:schemeClr val="accent1"/>
                    </a:solidFill>
                  </a:tcPr>
                </a:tc>
              </a:tr>
              <a:tr h="0">
                <a:tc>
                  <a:txBody>
                    <a:bodyPr wrap="square"/>
                    <a:lstStyle/>
                    <a:p>
                      <a:pPr algn="l"/>
                      <a:r>
                        <a:t>Design</a:t>
                      </a:r>
                    </a:p>
                  </a:txBody>
                  <a:tcPr anchor="ctr">
                    <a:lnL w="12700">
                      <a:solidFill>
                        <a:schemeClr val="accent1"/>
                      </a:solidFill>
                      <a:prstDash val="solid"/>
                    </a:lnL>
                    <a:lnB w="12700">
                      <a:solidFill>
                        <a:schemeClr val="accent1"/>
                      </a:solidFill>
                      <a:prstDash val="solid"/>
                    </a:lnB>
                    <a:solidFill>
                      <a:schemeClr val="lt2"/>
                    </a:solidFill>
                  </a:tcPr>
                </a:tc>
                <a:tc>
                  <a:txBody>
                    <a:bodyPr wrap="square"/>
                    <a:lstStyle/>
                    <a:p>
                      <a:pPr algn="r"/>
                      <a:r>
                        <a:t>3</a:t>
                      </a:r>
                    </a:p>
                  </a:txBody>
                  <a:tcPr anchor="ctr">
                    <a:lnR w="12700">
                      <a:solidFill>
                        <a:schemeClr val="accent1"/>
                      </a:solidFill>
                      <a:prstDash val="solid"/>
                    </a:lnR>
                    <a:lnB w="12700">
                      <a:solidFill>
                        <a:schemeClr val="accent1"/>
                      </a:solidFill>
                      <a:prstDash val="solid"/>
                    </a:lnB>
                    <a:solidFill>
                      <a:schemeClr val="lt2"/>
                    </a:solidFill>
                  </a:tcPr>
                </a:tc>
              </a:tr>
            </a:tbl>
          </a:graphicData>
        </a:graphic>
      </p:graphicFrame>
      <p:graphicFrame>
        <p:nvGraphicFramePr>
          <p:cNvPr id="6" name="MarkdownSlidesTable"/>
          <p:cNvGraphicFramePr>
            <a:graphicFrameLocks noGrp="1"/>
          </p:cNvGraphicFramePr>
          <p:nvPr>
            <p:ph idx="2"/>
          </p:nvPr>
        </p:nvGraphicFramePr>
        <p:xfrm>
          <a:off x="6172200" y="1825625"/>
          <a:ext cx="5181600" cy="0"/>
        </p:xfrm>
        <a:graphic>
          <a:graphicData uri="http://schemas.openxmlformats.org/drawingml/2006/table">
            <a:tbl>
              <a:tblPr firstRow="1" bandRow="1">
                <a:effectLst>
                  <a:outerShdw blurRad="38100" dist="17960" dir="2700000" algn="ctr" rotWithShape="0">
                    <a:srgbClr val="000000">
                      <a:alpha val="15000"/>
                    </a:srgbClr>
                  </a:outerShdw>
                  <a:reflection blurRad="12700" stA="35000" stPos="0" endA="0" endPos="20000" dist="50800" dir="5400000" fadeDir="5400000" sy="-100000" algn="bl" rotWithShape="0"/>
                </a:effectLst>
                <a:tableStyleId>{B301B821-A1FF-4177-AEE7-76D212191A09}</a:tableStyleId>
              </a:tblPr>
              <a:tblGrid>
                <a:gridCol w="2590800"/>
                <a:gridCol w="2590800"/>
              </a:tblGrid>
              <a:tr h="0">
                <a:tc>
                  <a:txBody>
                    <a:bodyPr wrap="square"/>
                    <a:lstStyle/>
                    <a:p>
                      <a:pPr algn="l"/>
                      <a:r>
                        <a:t>Full width</a:t>
                      </a:r>
                    </a:p>
                  </a:txBody>
                  <a:tcPr anchor="ctr">
                    <a:lnL w="12700">
                      <a:solidFill>
                        <a:schemeClr val="accent1"/>
                      </a:solidFill>
                      <a:prstDash val="solid"/>
                    </a:lnL>
                    <a:lnT w="12700">
                      <a:solidFill>
                        <a:schemeClr val="accent1"/>
                      </a:solidFill>
                      <a:prstDash val="solid"/>
                    </a:lnT>
                    <a:solidFill>
                      <a:schemeClr val="accent1"/>
                    </a:solidFill>
                  </a:tcPr>
                </a:tc>
                <a:tc>
                  <a:txBody>
                    <a:bodyPr wrap="square"/>
                    <a:lstStyle/>
                    <a:p>
                      <a:pPr algn="r"/>
                      <a:r>
                        <a:t>Count</a:t>
                      </a:r>
                    </a:p>
                  </a:txBody>
                  <a:tcPr anchor="ctr">
                    <a:lnR w="12700">
                      <a:solidFill>
                        <a:schemeClr val="accent1"/>
                      </a:solidFill>
                      <a:prstDash val="solid"/>
                    </a:lnR>
                    <a:lnT w="12700">
                      <a:solidFill>
                        <a:schemeClr val="accent1"/>
                      </a:solidFill>
                      <a:prstDash val="solid"/>
                    </a:lnT>
                    <a:solidFill>
                      <a:schemeClr val="accent1"/>
                    </a:solidFill>
                  </a:tcPr>
                </a:tc>
              </a:tr>
              <a:tr h="0">
                <a:tc>
                  <a:txBody>
                    <a:bodyPr wrap="square"/>
                    <a:lstStyle/>
                    <a:p>
                      <a:pPr algn="l"/>
                      <a:r>
                        <a:t>Review</a:t>
                      </a:r>
                    </a:p>
                  </a:txBody>
                  <a:tcPr anchor="ctr">
                    <a:lnL w="12700">
                      <a:solidFill>
                        <a:schemeClr val="accent1"/>
                      </a:solidFill>
                      <a:prstDash val="solid"/>
                    </a:lnL>
                    <a:lnB w="12700">
                      <a:solidFill>
                        <a:schemeClr val="accent1"/>
                      </a:solidFill>
                      <a:prstDash val="solid"/>
                    </a:lnB>
                    <a:solidFill>
                      <a:schemeClr val="lt2"/>
                    </a:solidFill>
                  </a:tcPr>
                </a:tc>
                <a:tc>
                  <a:txBody>
                    <a:bodyPr wrap="square"/>
                    <a:lstStyle/>
                    <a:p>
                      <a:pPr algn="r"/>
                      <a:r>
                        <a:t>2</a:t>
                      </a:r>
                    </a:p>
                  </a:txBody>
                  <a:tcPr anchor="ctr">
                    <a:lnR w="12700">
                      <a:solidFill>
                        <a:schemeClr val="accent1"/>
                      </a:solidFill>
                      <a:prstDash val="solid"/>
                    </a:lnR>
                    <a:lnB w="12700">
                      <a:solidFill>
                        <a:schemeClr val="accent1"/>
                      </a:solidFill>
                      <a:prstDash val="solid"/>
                    </a:lnB>
                    <a:solidFill>
                      <a:schemeClr val="lt2"/>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2026-08-31T21:00:12.9780000Z</dcterms:created>
  <dcterms:modified xsi:type="dcterms:W3CDTF">2026-08-31T21:00:12.9780000Z</dcterms:modified>
</coreProperties>
</file>